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70"/>
  </p:notesMasterIdLst>
  <p:sldIdLst>
    <p:sldId id="420" r:id="rId5"/>
    <p:sldId id="418" r:id="rId6"/>
    <p:sldId id="419" r:id="rId7"/>
    <p:sldId id="291" r:id="rId8"/>
    <p:sldId id="383" r:id="rId9"/>
    <p:sldId id="384" r:id="rId10"/>
    <p:sldId id="405" r:id="rId11"/>
    <p:sldId id="415" r:id="rId12"/>
    <p:sldId id="263" r:id="rId13"/>
    <p:sldId id="293" r:id="rId14"/>
    <p:sldId id="421" r:id="rId15"/>
    <p:sldId id="422" r:id="rId16"/>
    <p:sldId id="264" r:id="rId17"/>
    <p:sldId id="366" r:id="rId18"/>
    <p:sldId id="416" r:id="rId19"/>
    <p:sldId id="423" r:id="rId20"/>
    <p:sldId id="369" r:id="rId21"/>
    <p:sldId id="296" r:id="rId22"/>
    <p:sldId id="394" r:id="rId23"/>
    <p:sldId id="397" r:id="rId24"/>
    <p:sldId id="302" r:id="rId25"/>
    <p:sldId id="354" r:id="rId26"/>
    <p:sldId id="425" r:id="rId27"/>
    <p:sldId id="353" r:id="rId28"/>
    <p:sldId id="350" r:id="rId29"/>
    <p:sldId id="351" r:id="rId30"/>
    <p:sldId id="278" r:id="rId31"/>
    <p:sldId id="356" r:id="rId32"/>
    <p:sldId id="268" r:id="rId33"/>
    <p:sldId id="269" r:id="rId34"/>
    <p:sldId id="270" r:id="rId35"/>
    <p:sldId id="267" r:id="rId36"/>
    <p:sldId id="386" r:id="rId37"/>
    <p:sldId id="272" r:id="rId38"/>
    <p:sldId id="347" r:id="rId39"/>
    <p:sldId id="424" r:id="rId40"/>
    <p:sldId id="389" r:id="rId41"/>
    <p:sldId id="348" r:id="rId42"/>
    <p:sldId id="341" r:id="rId43"/>
    <p:sldId id="342" r:id="rId44"/>
    <p:sldId id="345" r:id="rId45"/>
    <p:sldId id="334" r:id="rId46"/>
    <p:sldId id="335" r:id="rId47"/>
    <p:sldId id="426" r:id="rId48"/>
    <p:sldId id="427" r:id="rId49"/>
    <p:sldId id="336" r:id="rId50"/>
    <p:sldId id="340" r:id="rId51"/>
    <p:sldId id="337" r:id="rId52"/>
    <p:sldId id="338" r:id="rId53"/>
    <p:sldId id="339" r:id="rId54"/>
    <p:sldId id="321" r:id="rId55"/>
    <p:sldId id="414" r:id="rId56"/>
    <p:sldId id="346" r:id="rId57"/>
    <p:sldId id="281" r:id="rId58"/>
    <p:sldId id="360" r:id="rId59"/>
    <p:sldId id="322" r:id="rId60"/>
    <p:sldId id="324" r:id="rId61"/>
    <p:sldId id="329" r:id="rId62"/>
    <p:sldId id="332" r:id="rId63"/>
    <p:sldId id="331" r:id="rId64"/>
    <p:sldId id="333" r:id="rId65"/>
    <p:sldId id="359" r:id="rId66"/>
    <p:sldId id="330" r:id="rId67"/>
    <p:sldId id="328" r:id="rId68"/>
    <p:sldId id="327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 Covers" id="{66EAAAA8-CFE0-344C-A681-A73B5968B05C}">
          <p14:sldIdLst>
            <p14:sldId id="420"/>
            <p14:sldId id="418"/>
            <p14:sldId id="419"/>
            <p14:sldId id="291"/>
            <p14:sldId id="383"/>
            <p14:sldId id="384"/>
            <p14:sldId id="405"/>
            <p14:sldId id="415"/>
            <p14:sldId id="263"/>
            <p14:sldId id="293"/>
          </p14:sldIdLst>
        </p14:section>
        <p14:section name="Section Headers" id="{DA6BF6EE-EBC2-47D7-BE4D-CE93DA3780D2}">
          <p14:sldIdLst>
            <p14:sldId id="421"/>
            <p14:sldId id="422"/>
          </p14:sldIdLst>
        </p14:section>
        <p14:section name="Agenda" id="{33F1E0BE-669D-0449-925B-AB7D204C69E6}">
          <p14:sldIdLst>
            <p14:sldId id="264"/>
            <p14:sldId id="366"/>
            <p14:sldId id="416"/>
          </p14:sldIdLst>
        </p14:section>
        <p14:section name="Presenter" id="{BB1371F9-753C-D849-A815-838149E2248D}">
          <p14:sldIdLst>
            <p14:sldId id="423"/>
            <p14:sldId id="369"/>
          </p14:sldIdLst>
        </p14:section>
        <p14:section name="Layouts" id="{18497C72-201B-4B48-83CD-9177CE81B938}">
          <p14:sldIdLst>
            <p14:sldId id="296"/>
            <p14:sldId id="394"/>
            <p14:sldId id="397"/>
            <p14:sldId id="302"/>
            <p14:sldId id="354"/>
            <p14:sldId id="425"/>
            <p14:sldId id="353"/>
            <p14:sldId id="350"/>
            <p14:sldId id="351"/>
            <p14:sldId id="278"/>
            <p14:sldId id="356"/>
            <p14:sldId id="268"/>
            <p14:sldId id="269"/>
            <p14:sldId id="270"/>
            <p14:sldId id="267"/>
            <p14:sldId id="386"/>
            <p14:sldId id="272"/>
          </p14:sldIdLst>
        </p14:section>
        <p14:section name="Quote" id="{A1D6A298-BCAA-1848-B3D6-498EF41FE29C}">
          <p14:sldIdLst>
            <p14:sldId id="347"/>
            <p14:sldId id="424"/>
            <p14:sldId id="389"/>
            <p14:sldId id="348"/>
          </p14:sldIdLst>
        </p14:section>
        <p14:section name="Timeline" id="{BDB651F3-F22A-0E43-9454-D9802C34F4CB}">
          <p14:sldIdLst>
            <p14:sldId id="341"/>
            <p14:sldId id="342"/>
            <p14:sldId id="345"/>
          </p14:sldIdLst>
        </p14:section>
        <p14:section name="Tables" id="{2557306B-9487-134D-8940-2DA857B6DC6C}">
          <p14:sldIdLst>
            <p14:sldId id="334"/>
            <p14:sldId id="335"/>
            <p14:sldId id="426"/>
            <p14:sldId id="427"/>
            <p14:sldId id="336"/>
            <p14:sldId id="340"/>
            <p14:sldId id="337"/>
            <p14:sldId id="338"/>
            <p14:sldId id="339"/>
          </p14:sldIdLst>
        </p14:section>
        <p14:section name="Diagrams" id="{344FAC11-09C4-BB4C-9014-FBA487EC8000}">
          <p14:sldIdLst>
            <p14:sldId id="321"/>
            <p14:sldId id="414"/>
            <p14:sldId id="346"/>
            <p14:sldId id="281"/>
            <p14:sldId id="360"/>
            <p14:sldId id="322"/>
            <p14:sldId id="324"/>
            <p14:sldId id="329"/>
            <p14:sldId id="332"/>
            <p14:sldId id="331"/>
            <p14:sldId id="333"/>
            <p14:sldId id="359"/>
            <p14:sldId id="330"/>
            <p14:sldId id="328"/>
            <p14:sldId id="32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858C"/>
    <a:srgbClr val="F3F7FA"/>
    <a:srgbClr val="1A81F3"/>
    <a:srgbClr val="FF2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A4E8F-0B2B-4E67-9888-E14CA3F1E0FF}" v="237" dt="2026-09-06T05:24:21.528"/>
    <p1510:client id="{9DD2FE2D-B119-4299-9652-B8944B474E4A}" v="2" dt="2026-09-06T23:56:33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say McDonnell" userId="ce2e41bd-7afd-4938-803d-471836594e8c" providerId="ADAL" clId="{E38C24E0-23FB-47E8-864E-D028AD366DCD}"/>
    <pc:docChg chg="modMainMaster">
      <pc:chgData name="Lindsay McDonnell" userId="ce2e41bd-7afd-4938-803d-471836594e8c" providerId="ADAL" clId="{E38C24E0-23FB-47E8-864E-D028AD366DCD}" dt="2026-09-06T23:56:33.945" v="0" actId="22"/>
      <pc:docMkLst>
        <pc:docMk/>
      </pc:docMkLst>
      <pc:sldMasterChg chg="modSldLayout">
        <pc:chgData name="Lindsay McDonnell" userId="ce2e41bd-7afd-4938-803d-471836594e8c" providerId="ADAL" clId="{E38C24E0-23FB-47E8-864E-D028AD366DCD}" dt="2026-09-06T23:56:33.945" v="0" actId="22"/>
        <pc:sldMasterMkLst>
          <pc:docMk/>
          <pc:sldMasterMk cId="3071920325" sldId="2147483696"/>
        </pc:sldMasterMkLst>
        <pc:sldLayoutChg chg="addSp mod">
          <pc:chgData name="Lindsay McDonnell" userId="ce2e41bd-7afd-4938-803d-471836594e8c" providerId="ADAL" clId="{E38C24E0-23FB-47E8-864E-D028AD366DCD}" dt="2026-09-06T23:56:33.945" v="0" actId="22"/>
          <pc:sldLayoutMkLst>
            <pc:docMk/>
            <pc:sldMasterMk cId="3071920325" sldId="2147483696"/>
            <pc:sldLayoutMk cId="2103402951" sldId="2147483889"/>
          </pc:sldLayoutMkLst>
          <pc:picChg chg="add">
            <ac:chgData name="Lindsay McDonnell" userId="ce2e41bd-7afd-4938-803d-471836594e8c" providerId="ADAL" clId="{E38C24E0-23FB-47E8-864E-D028AD366DCD}" dt="2026-09-06T23:56:33.945" v="0" actId="22"/>
            <ac:picMkLst>
              <pc:docMk/>
              <pc:sldMasterMk cId="3071920325" sldId="2147483696"/>
              <pc:sldLayoutMk cId="2103402951" sldId="2147483889"/>
              <ac:picMk id="7" creationId="{F1550C50-A2CA-1FE9-9F37-C654615A0C5F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83A9F8-C26F-3D49-897B-9AAA3B01C906}" type="doc">
      <dgm:prSet loTypeId="urn:microsoft.com/office/officeart/2005/8/layout/bProcess3" loCatId="" qsTypeId="urn:microsoft.com/office/officeart/2005/8/quickstyle/simple1#27" qsCatId="simple" csTypeId="urn:microsoft.com/office/officeart/2005/8/colors/accent1_2#23" csCatId="accent1" phldr="1"/>
      <dgm:spPr/>
      <dgm:t>
        <a:bodyPr/>
        <a:lstStyle/>
        <a:p>
          <a:endParaRPr lang="en-GB"/>
        </a:p>
      </dgm:t>
    </dgm:pt>
    <dgm:pt modelId="{882E6A78-F702-3147-82E8-3B8BF4CC38BF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Urna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justo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aenean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aliquet</a:t>
          </a:r>
          <a:r>
            <a:rPr lang="en-GB" sz="1000">
              <a:solidFill>
                <a:schemeClr val="bg1"/>
              </a:solidFill>
            </a:rPr>
            <a:t> in </a:t>
          </a:r>
          <a:r>
            <a:rPr lang="en-GB" sz="1000" err="1">
              <a:solidFill>
                <a:schemeClr val="bg1"/>
              </a:solidFill>
            </a:rPr>
            <a:t>eleifend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venenatis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dapibus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montes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natoque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Rutrum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leo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iaculis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tincidunt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habitasse</a:t>
          </a:r>
          <a:r>
            <a:rPr lang="en-GB" sz="1000">
              <a:solidFill>
                <a:schemeClr val="bg1"/>
              </a:solidFill>
            </a:rPr>
            <a:t>. </a:t>
          </a:r>
          <a:endParaRPr lang="en-GB" sz="1000"/>
        </a:p>
      </dgm:t>
    </dgm:pt>
    <dgm:pt modelId="{0D2D8636-757C-504A-8372-4FBE7DDA0DEA}" type="parTrans" cxnId="{F81A896F-CA44-6B41-BB97-FB9AB23C7AA0}">
      <dgm:prSet/>
      <dgm:spPr/>
      <dgm:t>
        <a:bodyPr/>
        <a:lstStyle/>
        <a:p>
          <a:endParaRPr lang="en-GB"/>
        </a:p>
      </dgm:t>
    </dgm:pt>
    <dgm:pt modelId="{5A3871B3-8A2A-FA4B-B07D-675E2B6F9CFA}" type="sibTrans" cxnId="{F81A896F-CA44-6B41-BB97-FB9AB23C7AA0}">
      <dgm:prSet/>
      <dgm:spPr>
        <a:ln>
          <a:solidFill>
            <a:schemeClr val="tx2"/>
          </a:solidFill>
        </a:ln>
      </dgm:spPr>
      <dgm:t>
        <a:bodyPr/>
        <a:lstStyle/>
        <a:p>
          <a:endParaRPr lang="en-GB"/>
        </a:p>
      </dgm:t>
    </dgm:pt>
    <dgm:pt modelId="{82F5A8F8-A37D-9A48-8AC1-1F5DBF2D0B90}">
      <dgm:prSet phldrT="[Text]" custT="1"/>
      <dgm:spPr>
        <a:solidFill>
          <a:schemeClr val="tx2"/>
        </a:solidFill>
      </dgm:spPr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Urna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justo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aenean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aliquet</a:t>
          </a:r>
          <a:r>
            <a:rPr lang="en-GB" sz="1000">
              <a:solidFill>
                <a:schemeClr val="bg1"/>
              </a:solidFill>
            </a:rPr>
            <a:t> in </a:t>
          </a:r>
          <a:r>
            <a:rPr lang="en-GB" sz="1000" err="1">
              <a:solidFill>
                <a:schemeClr val="bg1"/>
              </a:solidFill>
            </a:rPr>
            <a:t>eleifend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venenatis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dapibus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montes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natoque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Rutrum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leo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iaculis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tincidunt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habitasse</a:t>
          </a:r>
          <a:r>
            <a:rPr lang="en-GB" sz="1000">
              <a:solidFill>
                <a:schemeClr val="bg1"/>
              </a:solidFill>
            </a:rPr>
            <a:t>. </a:t>
          </a:r>
          <a:endParaRPr lang="en-GB" sz="1000"/>
        </a:p>
      </dgm:t>
    </dgm:pt>
    <dgm:pt modelId="{10401A04-2E20-9841-8D52-347836D171FE}" type="parTrans" cxnId="{0516C6A1-EA54-AB40-877E-B2388885FDD3}">
      <dgm:prSet/>
      <dgm:spPr/>
      <dgm:t>
        <a:bodyPr/>
        <a:lstStyle/>
        <a:p>
          <a:endParaRPr lang="en-GB"/>
        </a:p>
      </dgm:t>
    </dgm:pt>
    <dgm:pt modelId="{394FB808-7D02-BA40-8F50-48CBC3163673}" type="sibTrans" cxnId="{0516C6A1-EA54-AB40-877E-B2388885FDD3}">
      <dgm:prSet/>
      <dgm:spPr>
        <a:ln>
          <a:solidFill>
            <a:schemeClr val="tx2"/>
          </a:solidFill>
        </a:ln>
      </dgm:spPr>
      <dgm:t>
        <a:bodyPr/>
        <a:lstStyle/>
        <a:p>
          <a:endParaRPr lang="en-GB"/>
        </a:p>
      </dgm:t>
    </dgm:pt>
    <dgm:pt modelId="{64200344-7770-D24B-83D7-093436C1DA5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Urna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justo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aenean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aliquet</a:t>
          </a:r>
          <a:r>
            <a:rPr lang="en-GB" sz="1000">
              <a:solidFill>
                <a:schemeClr val="bg1"/>
              </a:solidFill>
            </a:rPr>
            <a:t> in </a:t>
          </a:r>
          <a:r>
            <a:rPr lang="en-GB" sz="1000" err="1">
              <a:solidFill>
                <a:schemeClr val="bg1"/>
              </a:solidFill>
            </a:rPr>
            <a:t>eleifend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venenatis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dapibus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montes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natoque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Rutrum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leo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iaculis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tincidunt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habitasse</a:t>
          </a:r>
          <a:r>
            <a:rPr lang="en-GB" sz="1000">
              <a:solidFill>
                <a:schemeClr val="bg1"/>
              </a:solidFill>
            </a:rPr>
            <a:t>. </a:t>
          </a:r>
          <a:endParaRPr lang="en-GB" sz="1000"/>
        </a:p>
      </dgm:t>
    </dgm:pt>
    <dgm:pt modelId="{38D2BABB-00E8-0E4C-9275-1D24BC5FBF41}" type="parTrans" cxnId="{552D55EC-E321-C94E-B8FB-0C498D612026}">
      <dgm:prSet/>
      <dgm:spPr/>
      <dgm:t>
        <a:bodyPr/>
        <a:lstStyle/>
        <a:p>
          <a:endParaRPr lang="en-GB"/>
        </a:p>
      </dgm:t>
    </dgm:pt>
    <dgm:pt modelId="{6DEA6529-30D5-144F-B575-267569E7C19E}" type="sibTrans" cxnId="{552D55EC-E321-C94E-B8FB-0C498D612026}">
      <dgm:prSet/>
      <dgm:spPr>
        <a:ln>
          <a:solidFill>
            <a:schemeClr val="tx2"/>
          </a:solidFill>
        </a:ln>
      </dgm:spPr>
      <dgm:t>
        <a:bodyPr/>
        <a:lstStyle/>
        <a:p>
          <a:endParaRPr lang="en-GB"/>
        </a:p>
      </dgm:t>
    </dgm:pt>
    <dgm:pt modelId="{5489F0F6-A559-CA45-A46B-3EE8B97040CE}">
      <dgm:prSet phldrT="[Text]" custT="1"/>
      <dgm:spPr>
        <a:solidFill>
          <a:schemeClr val="tx2"/>
        </a:solidFill>
      </dgm:spPr>
      <dgm:t>
        <a:bodyPr tIns="86400"/>
        <a:lstStyle/>
        <a:p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Urna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justo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aenean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aliquet</a:t>
          </a:r>
          <a:r>
            <a:rPr lang="en-GB" sz="1000">
              <a:solidFill>
                <a:schemeClr val="bg1"/>
              </a:solidFill>
            </a:rPr>
            <a:t> in </a:t>
          </a:r>
          <a:r>
            <a:rPr lang="en-GB" sz="1000" err="1">
              <a:solidFill>
                <a:schemeClr val="bg1"/>
              </a:solidFill>
            </a:rPr>
            <a:t>eleifend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venenatis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dapibus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montes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natoque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Rutrum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leo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iaculis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tincidunt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habitasse</a:t>
          </a:r>
          <a:r>
            <a:rPr lang="en-GB" sz="1000">
              <a:solidFill>
                <a:schemeClr val="bg1"/>
              </a:solidFill>
            </a:rPr>
            <a:t>. </a:t>
          </a:r>
          <a:endParaRPr lang="en-GB" sz="1000"/>
        </a:p>
      </dgm:t>
    </dgm:pt>
    <dgm:pt modelId="{CEDE243C-3471-A34D-BF2B-DAA46E73685D}" type="parTrans" cxnId="{6C30157D-7054-A043-960C-651A031EC198}">
      <dgm:prSet/>
      <dgm:spPr/>
      <dgm:t>
        <a:bodyPr/>
        <a:lstStyle/>
        <a:p>
          <a:endParaRPr lang="en-GB"/>
        </a:p>
      </dgm:t>
    </dgm:pt>
    <dgm:pt modelId="{EC515FCB-A8DB-8C40-92E4-F306D480E709}" type="sibTrans" cxnId="{6C30157D-7054-A043-960C-651A031EC198}">
      <dgm:prSet/>
      <dgm:spPr>
        <a:ln>
          <a:solidFill>
            <a:schemeClr val="tx2"/>
          </a:solidFill>
        </a:ln>
      </dgm:spPr>
      <dgm:t>
        <a:bodyPr/>
        <a:lstStyle/>
        <a:p>
          <a:endParaRPr lang="en-GB"/>
        </a:p>
      </dgm:t>
    </dgm:pt>
    <dgm:pt modelId="{052C0621-C8EB-9148-91DB-78785EFAF4FA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Urna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justo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aenean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aliquet</a:t>
          </a:r>
          <a:r>
            <a:rPr lang="en-GB" sz="1000">
              <a:solidFill>
                <a:schemeClr val="bg1"/>
              </a:solidFill>
            </a:rPr>
            <a:t> in </a:t>
          </a:r>
          <a:r>
            <a:rPr lang="en-GB" sz="1000" err="1">
              <a:solidFill>
                <a:schemeClr val="bg1"/>
              </a:solidFill>
            </a:rPr>
            <a:t>eleifend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venenatis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dapibus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montes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natoque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Rutrum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leo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iaculis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tincidunt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habitasse</a:t>
          </a:r>
          <a:r>
            <a:rPr lang="en-GB" sz="1000">
              <a:solidFill>
                <a:schemeClr val="bg1"/>
              </a:solidFill>
            </a:rPr>
            <a:t>. </a:t>
          </a:r>
          <a:endParaRPr lang="en-GB" sz="1000"/>
        </a:p>
      </dgm:t>
    </dgm:pt>
    <dgm:pt modelId="{01160B9F-F074-C74D-BDB5-505FF2119191}" type="parTrans" cxnId="{FFDE3E09-B9BF-F549-BC16-C8A86C37176D}">
      <dgm:prSet/>
      <dgm:spPr/>
      <dgm:t>
        <a:bodyPr/>
        <a:lstStyle/>
        <a:p>
          <a:endParaRPr lang="en-GB"/>
        </a:p>
      </dgm:t>
    </dgm:pt>
    <dgm:pt modelId="{8CA03001-BA0F-DA4C-A9A0-9AF6469C25FE}" type="sibTrans" cxnId="{FFDE3E09-B9BF-F549-BC16-C8A86C37176D}">
      <dgm:prSet/>
      <dgm:spPr>
        <a:ln>
          <a:solidFill>
            <a:schemeClr val="tx2"/>
          </a:solidFill>
        </a:ln>
      </dgm:spPr>
      <dgm:t>
        <a:bodyPr/>
        <a:lstStyle/>
        <a:p>
          <a:endParaRPr lang="en-GB"/>
        </a:p>
      </dgm:t>
    </dgm:pt>
    <dgm:pt modelId="{49E75E75-D1DD-AD48-8F70-4A306E1A5D60}">
      <dgm:prSet phldrT="[Text]" custT="1"/>
      <dgm:spPr>
        <a:solidFill>
          <a:schemeClr val="tx2"/>
        </a:solidFill>
      </dgm:spPr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Urna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justo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aenean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aliquet</a:t>
          </a:r>
          <a:r>
            <a:rPr lang="en-GB" sz="1000">
              <a:solidFill>
                <a:schemeClr val="bg1"/>
              </a:solidFill>
            </a:rPr>
            <a:t> in </a:t>
          </a:r>
          <a:r>
            <a:rPr lang="en-GB" sz="1000" err="1">
              <a:solidFill>
                <a:schemeClr val="bg1"/>
              </a:solidFill>
            </a:rPr>
            <a:t>eleifend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venenatis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dapibus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montes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natoque</a:t>
          </a:r>
          <a:r>
            <a:rPr lang="en-GB" sz="1000">
              <a:solidFill>
                <a:schemeClr val="bg1"/>
              </a:solidFill>
            </a:rPr>
            <a:t>. </a:t>
          </a:r>
          <a:r>
            <a:rPr lang="en-GB" sz="1000" err="1">
              <a:solidFill>
                <a:schemeClr val="bg1"/>
              </a:solidFill>
            </a:rPr>
            <a:t>Rutrum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leo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facilisis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iaculis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tincidunt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habitasse</a:t>
          </a:r>
          <a:r>
            <a:rPr lang="en-GB" sz="1000">
              <a:solidFill>
                <a:schemeClr val="bg1"/>
              </a:solidFill>
            </a:rPr>
            <a:t>. </a:t>
          </a:r>
          <a:endParaRPr lang="en-GB" sz="1000"/>
        </a:p>
      </dgm:t>
    </dgm:pt>
    <dgm:pt modelId="{C6292D63-7630-954B-89B1-BF8FF5795AC2}" type="parTrans" cxnId="{FF3A72A7-99D0-2340-BBAE-44C89785BED7}">
      <dgm:prSet/>
      <dgm:spPr/>
      <dgm:t>
        <a:bodyPr/>
        <a:lstStyle/>
        <a:p>
          <a:endParaRPr lang="en-GB"/>
        </a:p>
      </dgm:t>
    </dgm:pt>
    <dgm:pt modelId="{9AC7B666-F0B1-5B46-8849-014DA4592C05}" type="sibTrans" cxnId="{FF3A72A7-99D0-2340-BBAE-44C89785BED7}">
      <dgm:prSet/>
      <dgm:spPr/>
      <dgm:t>
        <a:bodyPr/>
        <a:lstStyle/>
        <a:p>
          <a:endParaRPr lang="en-GB"/>
        </a:p>
      </dgm:t>
    </dgm:pt>
    <dgm:pt modelId="{9A97A859-C3BF-7A46-98DF-EC8807EFBEC9}" type="pres">
      <dgm:prSet presAssocID="{0983A9F8-C26F-3D49-897B-9AAA3B01C906}" presName="Name0" presStyleCnt="0">
        <dgm:presLayoutVars>
          <dgm:dir/>
          <dgm:resizeHandles val="exact"/>
        </dgm:presLayoutVars>
      </dgm:prSet>
      <dgm:spPr/>
    </dgm:pt>
    <dgm:pt modelId="{E4A9A506-7D02-DD41-BEFA-D5AD762D4AAD}" type="pres">
      <dgm:prSet presAssocID="{882E6A78-F702-3147-82E8-3B8BF4CC38BF}" presName="node" presStyleLbl="node1" presStyleIdx="0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739E3920-13D0-7943-AEBF-081F1AE291AB}" type="pres">
      <dgm:prSet presAssocID="{5A3871B3-8A2A-FA4B-B07D-675E2B6F9CFA}" presName="sibTrans" presStyleLbl="sibTrans1D1" presStyleIdx="0" presStyleCnt="5"/>
      <dgm:spPr/>
    </dgm:pt>
    <dgm:pt modelId="{173A3248-8C54-6F41-BB83-7B83FB211595}" type="pres">
      <dgm:prSet presAssocID="{5A3871B3-8A2A-FA4B-B07D-675E2B6F9CFA}" presName="connectorText" presStyleLbl="sibTrans1D1" presStyleIdx="0" presStyleCnt="5"/>
      <dgm:spPr/>
    </dgm:pt>
    <dgm:pt modelId="{6B475245-0510-1E4C-BB7E-F877D5A5612B}" type="pres">
      <dgm:prSet presAssocID="{82F5A8F8-A37D-9A48-8AC1-1F5DBF2D0B90}" presName="node" presStyleLbl="node1" presStyleIdx="1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8FE208F9-50FF-0C41-B704-8B1128E7021C}" type="pres">
      <dgm:prSet presAssocID="{394FB808-7D02-BA40-8F50-48CBC3163673}" presName="sibTrans" presStyleLbl="sibTrans1D1" presStyleIdx="1" presStyleCnt="5"/>
      <dgm:spPr/>
    </dgm:pt>
    <dgm:pt modelId="{9C116E1D-A0FD-F049-8474-B8D26C360EAF}" type="pres">
      <dgm:prSet presAssocID="{394FB808-7D02-BA40-8F50-48CBC3163673}" presName="connectorText" presStyleLbl="sibTrans1D1" presStyleIdx="1" presStyleCnt="5"/>
      <dgm:spPr/>
    </dgm:pt>
    <dgm:pt modelId="{6EEB88DD-0E1A-0D43-9CEC-15DBBD2AB89C}" type="pres">
      <dgm:prSet presAssocID="{64200344-7770-D24B-83D7-093436C1DA53}" presName="node" presStyleLbl="node1" presStyleIdx="2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83C9C3D1-4C5A-FC4B-9ED9-6394630142E3}" type="pres">
      <dgm:prSet presAssocID="{6DEA6529-30D5-144F-B575-267569E7C19E}" presName="sibTrans" presStyleLbl="sibTrans1D1" presStyleIdx="2" presStyleCnt="5"/>
      <dgm:spPr/>
    </dgm:pt>
    <dgm:pt modelId="{B41225B0-2A3B-AF47-B0F4-33611A7E71BF}" type="pres">
      <dgm:prSet presAssocID="{6DEA6529-30D5-144F-B575-267569E7C19E}" presName="connectorText" presStyleLbl="sibTrans1D1" presStyleIdx="2" presStyleCnt="5"/>
      <dgm:spPr/>
    </dgm:pt>
    <dgm:pt modelId="{62F186B0-E364-2F41-9A2B-AC896B7C226F}" type="pres">
      <dgm:prSet presAssocID="{5489F0F6-A559-CA45-A46B-3EE8B97040CE}" presName="node" presStyleLbl="node1" presStyleIdx="3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B8EBB72A-E3F1-9B46-9AC7-4EDD670D6F76}" type="pres">
      <dgm:prSet presAssocID="{EC515FCB-A8DB-8C40-92E4-F306D480E709}" presName="sibTrans" presStyleLbl="sibTrans1D1" presStyleIdx="3" presStyleCnt="5"/>
      <dgm:spPr/>
    </dgm:pt>
    <dgm:pt modelId="{BA99CF6B-F7BA-9242-A23A-694CD249F4D9}" type="pres">
      <dgm:prSet presAssocID="{EC515FCB-A8DB-8C40-92E4-F306D480E709}" presName="connectorText" presStyleLbl="sibTrans1D1" presStyleIdx="3" presStyleCnt="5"/>
      <dgm:spPr/>
    </dgm:pt>
    <dgm:pt modelId="{81F43220-F253-8F4D-8D94-2E1F6B24D37B}" type="pres">
      <dgm:prSet presAssocID="{052C0621-C8EB-9148-91DB-78785EFAF4FA}" presName="node" presStyleLbl="node1" presStyleIdx="4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604F1F04-1D27-BC4A-8B0D-35C8AB76F97B}" type="pres">
      <dgm:prSet presAssocID="{8CA03001-BA0F-DA4C-A9A0-9AF6469C25FE}" presName="sibTrans" presStyleLbl="sibTrans1D1" presStyleIdx="4" presStyleCnt="5"/>
      <dgm:spPr/>
    </dgm:pt>
    <dgm:pt modelId="{C3214F1C-3F95-EA41-A147-B7D16CB030D3}" type="pres">
      <dgm:prSet presAssocID="{8CA03001-BA0F-DA4C-A9A0-9AF6469C25FE}" presName="connectorText" presStyleLbl="sibTrans1D1" presStyleIdx="4" presStyleCnt="5"/>
      <dgm:spPr/>
    </dgm:pt>
    <dgm:pt modelId="{8CA940D0-749E-FE47-987D-F91E95FF4458}" type="pres">
      <dgm:prSet presAssocID="{49E75E75-D1DD-AD48-8F70-4A306E1A5D60}" presName="node" presStyleLbl="node1" presStyleIdx="5" presStyleCnt="6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FFDE3E09-B9BF-F549-BC16-C8A86C37176D}" srcId="{0983A9F8-C26F-3D49-897B-9AAA3B01C906}" destId="{052C0621-C8EB-9148-91DB-78785EFAF4FA}" srcOrd="4" destOrd="0" parTransId="{01160B9F-F074-C74D-BDB5-505FF2119191}" sibTransId="{8CA03001-BA0F-DA4C-A9A0-9AF6469C25FE}"/>
    <dgm:cxn modelId="{75CB0C19-1891-E548-BDFB-AAEA5919C69A}" type="presOf" srcId="{5489F0F6-A559-CA45-A46B-3EE8B97040CE}" destId="{62F186B0-E364-2F41-9A2B-AC896B7C226F}" srcOrd="0" destOrd="0" presId="urn:microsoft.com/office/officeart/2005/8/layout/bProcess3"/>
    <dgm:cxn modelId="{C24F3829-4FC0-D448-B383-C3A90F0F8F66}" type="presOf" srcId="{6DEA6529-30D5-144F-B575-267569E7C19E}" destId="{B41225B0-2A3B-AF47-B0F4-33611A7E71BF}" srcOrd="1" destOrd="0" presId="urn:microsoft.com/office/officeart/2005/8/layout/bProcess3"/>
    <dgm:cxn modelId="{9F29FC5F-736A-D345-AC78-12EAEBD13712}" type="presOf" srcId="{82F5A8F8-A37D-9A48-8AC1-1F5DBF2D0B90}" destId="{6B475245-0510-1E4C-BB7E-F877D5A5612B}" srcOrd="0" destOrd="0" presId="urn:microsoft.com/office/officeart/2005/8/layout/bProcess3"/>
    <dgm:cxn modelId="{D72C0D64-34B7-CA41-8EE5-4C4A80F25B3C}" type="presOf" srcId="{052C0621-C8EB-9148-91DB-78785EFAF4FA}" destId="{81F43220-F253-8F4D-8D94-2E1F6B24D37B}" srcOrd="0" destOrd="0" presId="urn:microsoft.com/office/officeart/2005/8/layout/bProcess3"/>
    <dgm:cxn modelId="{B0AF6B45-C1FA-3844-A98A-F07B0405CE6A}" type="presOf" srcId="{882E6A78-F702-3147-82E8-3B8BF4CC38BF}" destId="{E4A9A506-7D02-DD41-BEFA-D5AD762D4AAD}" srcOrd="0" destOrd="0" presId="urn:microsoft.com/office/officeart/2005/8/layout/bProcess3"/>
    <dgm:cxn modelId="{7E251566-5B8E-DB4A-939A-5CA2740DA5B3}" type="presOf" srcId="{8CA03001-BA0F-DA4C-A9A0-9AF6469C25FE}" destId="{604F1F04-1D27-BC4A-8B0D-35C8AB76F97B}" srcOrd="0" destOrd="0" presId="urn:microsoft.com/office/officeart/2005/8/layout/bProcess3"/>
    <dgm:cxn modelId="{F9321766-8356-384E-99F8-4EF8D632F502}" type="presOf" srcId="{5A3871B3-8A2A-FA4B-B07D-675E2B6F9CFA}" destId="{739E3920-13D0-7943-AEBF-081F1AE291AB}" srcOrd="0" destOrd="0" presId="urn:microsoft.com/office/officeart/2005/8/layout/bProcess3"/>
    <dgm:cxn modelId="{F81A896F-CA44-6B41-BB97-FB9AB23C7AA0}" srcId="{0983A9F8-C26F-3D49-897B-9AAA3B01C906}" destId="{882E6A78-F702-3147-82E8-3B8BF4CC38BF}" srcOrd="0" destOrd="0" parTransId="{0D2D8636-757C-504A-8372-4FBE7DDA0DEA}" sibTransId="{5A3871B3-8A2A-FA4B-B07D-675E2B6F9CFA}"/>
    <dgm:cxn modelId="{49F3AC71-F23A-B94E-9AE8-3EDBF03F2F62}" type="presOf" srcId="{EC515FCB-A8DB-8C40-92E4-F306D480E709}" destId="{BA99CF6B-F7BA-9242-A23A-694CD249F4D9}" srcOrd="1" destOrd="0" presId="urn:microsoft.com/office/officeart/2005/8/layout/bProcess3"/>
    <dgm:cxn modelId="{6C30157D-7054-A043-960C-651A031EC198}" srcId="{0983A9F8-C26F-3D49-897B-9AAA3B01C906}" destId="{5489F0F6-A559-CA45-A46B-3EE8B97040CE}" srcOrd="3" destOrd="0" parTransId="{CEDE243C-3471-A34D-BF2B-DAA46E73685D}" sibTransId="{EC515FCB-A8DB-8C40-92E4-F306D480E709}"/>
    <dgm:cxn modelId="{0572D68A-6E86-5C45-A249-EC118408E5AE}" type="presOf" srcId="{394FB808-7D02-BA40-8F50-48CBC3163673}" destId="{9C116E1D-A0FD-F049-8474-B8D26C360EAF}" srcOrd="1" destOrd="0" presId="urn:microsoft.com/office/officeart/2005/8/layout/bProcess3"/>
    <dgm:cxn modelId="{FC805392-8ED4-054E-A09A-ED37E9C0EC60}" type="presOf" srcId="{5A3871B3-8A2A-FA4B-B07D-675E2B6F9CFA}" destId="{173A3248-8C54-6F41-BB83-7B83FB211595}" srcOrd="1" destOrd="0" presId="urn:microsoft.com/office/officeart/2005/8/layout/bProcess3"/>
    <dgm:cxn modelId="{CF2F9E9A-4BD2-E545-BDF8-1530F0EEB474}" type="presOf" srcId="{64200344-7770-D24B-83D7-093436C1DA53}" destId="{6EEB88DD-0E1A-0D43-9CEC-15DBBD2AB89C}" srcOrd="0" destOrd="0" presId="urn:microsoft.com/office/officeart/2005/8/layout/bProcess3"/>
    <dgm:cxn modelId="{D84FB89E-C4AA-734B-AA07-4AE0B3DA278F}" type="presOf" srcId="{0983A9F8-C26F-3D49-897B-9AAA3B01C906}" destId="{9A97A859-C3BF-7A46-98DF-EC8807EFBEC9}" srcOrd="0" destOrd="0" presId="urn:microsoft.com/office/officeart/2005/8/layout/bProcess3"/>
    <dgm:cxn modelId="{0516C6A1-EA54-AB40-877E-B2388885FDD3}" srcId="{0983A9F8-C26F-3D49-897B-9AAA3B01C906}" destId="{82F5A8F8-A37D-9A48-8AC1-1F5DBF2D0B90}" srcOrd="1" destOrd="0" parTransId="{10401A04-2E20-9841-8D52-347836D171FE}" sibTransId="{394FB808-7D02-BA40-8F50-48CBC3163673}"/>
    <dgm:cxn modelId="{FF3A72A7-99D0-2340-BBAE-44C89785BED7}" srcId="{0983A9F8-C26F-3D49-897B-9AAA3B01C906}" destId="{49E75E75-D1DD-AD48-8F70-4A306E1A5D60}" srcOrd="5" destOrd="0" parTransId="{C6292D63-7630-954B-89B1-BF8FF5795AC2}" sibTransId="{9AC7B666-F0B1-5B46-8849-014DA4592C05}"/>
    <dgm:cxn modelId="{24AE1AAB-05A5-2F4E-84D5-936F6131FB85}" type="presOf" srcId="{8CA03001-BA0F-DA4C-A9A0-9AF6469C25FE}" destId="{C3214F1C-3F95-EA41-A147-B7D16CB030D3}" srcOrd="1" destOrd="0" presId="urn:microsoft.com/office/officeart/2005/8/layout/bProcess3"/>
    <dgm:cxn modelId="{C08601B8-2F3F-EA42-B55E-9F303B4D7351}" type="presOf" srcId="{394FB808-7D02-BA40-8F50-48CBC3163673}" destId="{8FE208F9-50FF-0C41-B704-8B1128E7021C}" srcOrd="0" destOrd="0" presId="urn:microsoft.com/office/officeart/2005/8/layout/bProcess3"/>
    <dgm:cxn modelId="{9FBC46C3-4467-C34A-BDD8-A8E770E5DE73}" type="presOf" srcId="{6DEA6529-30D5-144F-B575-267569E7C19E}" destId="{83C9C3D1-4C5A-FC4B-9ED9-6394630142E3}" srcOrd="0" destOrd="0" presId="urn:microsoft.com/office/officeart/2005/8/layout/bProcess3"/>
    <dgm:cxn modelId="{CF984BD7-AEF7-B942-94D4-6FECAFF51421}" type="presOf" srcId="{EC515FCB-A8DB-8C40-92E4-F306D480E709}" destId="{B8EBB72A-E3F1-9B46-9AC7-4EDD670D6F76}" srcOrd="0" destOrd="0" presId="urn:microsoft.com/office/officeart/2005/8/layout/bProcess3"/>
    <dgm:cxn modelId="{552D55EC-E321-C94E-B8FB-0C498D612026}" srcId="{0983A9F8-C26F-3D49-897B-9AAA3B01C906}" destId="{64200344-7770-D24B-83D7-093436C1DA53}" srcOrd="2" destOrd="0" parTransId="{38D2BABB-00E8-0E4C-9275-1D24BC5FBF41}" sibTransId="{6DEA6529-30D5-144F-B575-267569E7C19E}"/>
    <dgm:cxn modelId="{4CA9DEFB-16C9-F346-9667-DD9C4A413905}" type="presOf" srcId="{49E75E75-D1DD-AD48-8F70-4A306E1A5D60}" destId="{8CA940D0-749E-FE47-987D-F91E95FF4458}" srcOrd="0" destOrd="0" presId="urn:microsoft.com/office/officeart/2005/8/layout/bProcess3"/>
    <dgm:cxn modelId="{DC70F752-F6A9-2640-8892-79119833743E}" type="presParOf" srcId="{9A97A859-C3BF-7A46-98DF-EC8807EFBEC9}" destId="{E4A9A506-7D02-DD41-BEFA-D5AD762D4AAD}" srcOrd="0" destOrd="0" presId="urn:microsoft.com/office/officeart/2005/8/layout/bProcess3"/>
    <dgm:cxn modelId="{6AFE4FFA-E021-D148-B75A-3C750D04C7B8}" type="presParOf" srcId="{9A97A859-C3BF-7A46-98DF-EC8807EFBEC9}" destId="{739E3920-13D0-7943-AEBF-081F1AE291AB}" srcOrd="1" destOrd="0" presId="urn:microsoft.com/office/officeart/2005/8/layout/bProcess3"/>
    <dgm:cxn modelId="{DB0F5A23-3E43-E046-B464-BB040932A7C6}" type="presParOf" srcId="{739E3920-13D0-7943-AEBF-081F1AE291AB}" destId="{173A3248-8C54-6F41-BB83-7B83FB211595}" srcOrd="0" destOrd="0" presId="urn:microsoft.com/office/officeart/2005/8/layout/bProcess3"/>
    <dgm:cxn modelId="{1BCCA34D-C4F8-B345-9F76-ACC503B5EA57}" type="presParOf" srcId="{9A97A859-C3BF-7A46-98DF-EC8807EFBEC9}" destId="{6B475245-0510-1E4C-BB7E-F877D5A5612B}" srcOrd="2" destOrd="0" presId="urn:microsoft.com/office/officeart/2005/8/layout/bProcess3"/>
    <dgm:cxn modelId="{CEAF2987-AB0C-9048-B842-A4C16E8A43F4}" type="presParOf" srcId="{9A97A859-C3BF-7A46-98DF-EC8807EFBEC9}" destId="{8FE208F9-50FF-0C41-B704-8B1128E7021C}" srcOrd="3" destOrd="0" presId="urn:microsoft.com/office/officeart/2005/8/layout/bProcess3"/>
    <dgm:cxn modelId="{A42C477E-2378-8A46-828D-8CA6ACBCAB10}" type="presParOf" srcId="{8FE208F9-50FF-0C41-B704-8B1128E7021C}" destId="{9C116E1D-A0FD-F049-8474-B8D26C360EAF}" srcOrd="0" destOrd="0" presId="urn:microsoft.com/office/officeart/2005/8/layout/bProcess3"/>
    <dgm:cxn modelId="{17E2FC66-DB25-414B-8456-093A597D57FD}" type="presParOf" srcId="{9A97A859-C3BF-7A46-98DF-EC8807EFBEC9}" destId="{6EEB88DD-0E1A-0D43-9CEC-15DBBD2AB89C}" srcOrd="4" destOrd="0" presId="urn:microsoft.com/office/officeart/2005/8/layout/bProcess3"/>
    <dgm:cxn modelId="{1371FC51-2470-7348-9DE4-F67B300B5FE0}" type="presParOf" srcId="{9A97A859-C3BF-7A46-98DF-EC8807EFBEC9}" destId="{83C9C3D1-4C5A-FC4B-9ED9-6394630142E3}" srcOrd="5" destOrd="0" presId="urn:microsoft.com/office/officeart/2005/8/layout/bProcess3"/>
    <dgm:cxn modelId="{DC332CA6-FE5D-F545-B8C4-389FB1851C2A}" type="presParOf" srcId="{83C9C3D1-4C5A-FC4B-9ED9-6394630142E3}" destId="{B41225B0-2A3B-AF47-B0F4-33611A7E71BF}" srcOrd="0" destOrd="0" presId="urn:microsoft.com/office/officeart/2005/8/layout/bProcess3"/>
    <dgm:cxn modelId="{96B40357-EE3B-E84E-98AF-0BA6EB7DAD3B}" type="presParOf" srcId="{9A97A859-C3BF-7A46-98DF-EC8807EFBEC9}" destId="{62F186B0-E364-2F41-9A2B-AC896B7C226F}" srcOrd="6" destOrd="0" presId="urn:microsoft.com/office/officeart/2005/8/layout/bProcess3"/>
    <dgm:cxn modelId="{CA749198-8601-2C41-A495-F70B8C4548DD}" type="presParOf" srcId="{9A97A859-C3BF-7A46-98DF-EC8807EFBEC9}" destId="{B8EBB72A-E3F1-9B46-9AC7-4EDD670D6F76}" srcOrd="7" destOrd="0" presId="urn:microsoft.com/office/officeart/2005/8/layout/bProcess3"/>
    <dgm:cxn modelId="{462B5508-9787-5746-8101-B092D1184F1E}" type="presParOf" srcId="{B8EBB72A-E3F1-9B46-9AC7-4EDD670D6F76}" destId="{BA99CF6B-F7BA-9242-A23A-694CD249F4D9}" srcOrd="0" destOrd="0" presId="urn:microsoft.com/office/officeart/2005/8/layout/bProcess3"/>
    <dgm:cxn modelId="{BD3FE204-B5E8-B249-B476-88E7C1DD39AE}" type="presParOf" srcId="{9A97A859-C3BF-7A46-98DF-EC8807EFBEC9}" destId="{81F43220-F253-8F4D-8D94-2E1F6B24D37B}" srcOrd="8" destOrd="0" presId="urn:microsoft.com/office/officeart/2005/8/layout/bProcess3"/>
    <dgm:cxn modelId="{5A1B7E03-FEDD-8B42-B09B-8466C2FDB15A}" type="presParOf" srcId="{9A97A859-C3BF-7A46-98DF-EC8807EFBEC9}" destId="{604F1F04-1D27-BC4A-8B0D-35C8AB76F97B}" srcOrd="9" destOrd="0" presId="urn:microsoft.com/office/officeart/2005/8/layout/bProcess3"/>
    <dgm:cxn modelId="{5EEEC67F-E72E-E24A-9397-4D38263251C8}" type="presParOf" srcId="{604F1F04-1D27-BC4A-8B0D-35C8AB76F97B}" destId="{C3214F1C-3F95-EA41-A147-B7D16CB030D3}" srcOrd="0" destOrd="0" presId="urn:microsoft.com/office/officeart/2005/8/layout/bProcess3"/>
    <dgm:cxn modelId="{6975EE2C-3713-6549-B1E0-4135AE26845D}" type="presParOf" srcId="{9A97A859-C3BF-7A46-98DF-EC8807EFBEC9}" destId="{8CA940D0-749E-FE47-987D-F91E95FF4458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610053-66E8-1649-91FF-7BA7426D34C8}" type="doc">
      <dgm:prSet loTypeId="urn:microsoft.com/office/officeart/2005/8/layout/cycle4" loCatId="" qsTypeId="urn:microsoft.com/office/officeart/2005/8/quickstyle/simple1#28" qsCatId="simple" csTypeId="urn:microsoft.com/office/officeart/2005/8/colors/accent1_2#24" csCatId="accent1" phldr="1"/>
      <dgm:spPr/>
      <dgm:t>
        <a:bodyPr/>
        <a:lstStyle/>
        <a:p>
          <a:endParaRPr lang="en-GB"/>
        </a:p>
      </dgm:t>
    </dgm:pt>
    <dgm:pt modelId="{3E6B3A8E-B2E0-D149-B970-EF2484DC539A}">
      <dgm:prSet phldrT="[Text]" custT="1"/>
      <dgm:spPr>
        <a:noFill/>
        <a:ln w="15875">
          <a:solidFill>
            <a:schemeClr val="accent1"/>
          </a:solidFill>
        </a:ln>
      </dgm:spPr>
      <dgm:t>
        <a:bodyPr lIns="0" tIns="0" rIns="432000" bIns="432000"/>
        <a:lstStyle/>
        <a:p>
          <a:r>
            <a:rPr lang="en-GB" sz="1100">
              <a:solidFill>
                <a:schemeClr val="bg1"/>
              </a:solidFill>
            </a:rPr>
            <a:t>Lorem ipsum </a:t>
          </a:r>
          <a:r>
            <a:rPr lang="en-GB" sz="1100" err="1">
              <a:solidFill>
                <a:schemeClr val="bg1"/>
              </a:solidFill>
            </a:rPr>
            <a:t>odor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amet</a:t>
          </a:r>
          <a:r>
            <a:rPr lang="en-GB" sz="1100">
              <a:solidFill>
                <a:schemeClr val="bg1"/>
              </a:solidFill>
            </a:rPr>
            <a:t>, </a:t>
          </a:r>
          <a:r>
            <a:rPr lang="en-GB" sz="1100" err="1">
              <a:solidFill>
                <a:schemeClr val="bg1"/>
              </a:solidFill>
            </a:rPr>
            <a:t>consectetuer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adipiscing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elit</a:t>
          </a:r>
          <a:r>
            <a:rPr lang="en-GB" sz="1100">
              <a:solidFill>
                <a:schemeClr val="bg1"/>
              </a:solidFill>
            </a:rPr>
            <a:t>.</a:t>
          </a:r>
        </a:p>
      </dgm:t>
    </dgm:pt>
    <dgm:pt modelId="{6169CCE5-89FC-084C-91ED-52845FF30AC8}" type="parTrans" cxnId="{59FD1820-1ED0-6A4A-B970-BE578B4123FA}">
      <dgm:prSet/>
      <dgm:spPr/>
      <dgm:t>
        <a:bodyPr/>
        <a:lstStyle/>
        <a:p>
          <a:endParaRPr lang="en-GB"/>
        </a:p>
      </dgm:t>
    </dgm:pt>
    <dgm:pt modelId="{7AB5BB8C-0994-DF47-9F06-A58FD980C9F6}" type="sibTrans" cxnId="{59FD1820-1ED0-6A4A-B970-BE578B4123FA}">
      <dgm:prSet/>
      <dgm:spPr/>
      <dgm:t>
        <a:bodyPr/>
        <a:lstStyle/>
        <a:p>
          <a:endParaRPr lang="en-GB"/>
        </a:p>
      </dgm:t>
    </dgm:pt>
    <dgm:pt modelId="{F7A2B075-CA14-3040-822F-917E768D12E2}">
      <dgm:prSet phldrT="[Text]" custT="1"/>
      <dgm:spPr>
        <a:noFill/>
        <a:ln w="15875">
          <a:solidFill>
            <a:schemeClr val="accent1"/>
          </a:solidFill>
        </a:ln>
      </dgm:spPr>
      <dgm:t>
        <a:bodyPr lIns="432000" tIns="0" rIns="0" bIns="432000"/>
        <a:lstStyle/>
        <a:p>
          <a:r>
            <a:rPr lang="en-GB" sz="1100">
              <a:solidFill>
                <a:schemeClr val="bg1"/>
              </a:solidFill>
            </a:rPr>
            <a:t>Lorem ipsum </a:t>
          </a:r>
          <a:r>
            <a:rPr lang="en-GB" sz="1100" err="1">
              <a:solidFill>
                <a:schemeClr val="bg1"/>
              </a:solidFill>
            </a:rPr>
            <a:t>odor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amet</a:t>
          </a:r>
          <a:r>
            <a:rPr lang="en-GB" sz="1100">
              <a:solidFill>
                <a:schemeClr val="bg1"/>
              </a:solidFill>
            </a:rPr>
            <a:t>, </a:t>
          </a:r>
          <a:r>
            <a:rPr lang="en-GB" sz="1100" err="1">
              <a:solidFill>
                <a:schemeClr val="bg1"/>
              </a:solidFill>
            </a:rPr>
            <a:t>consectetuer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adipiscing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elit</a:t>
          </a:r>
          <a:r>
            <a:rPr lang="en-GB" sz="1100">
              <a:solidFill>
                <a:schemeClr val="bg1"/>
              </a:solidFill>
            </a:rPr>
            <a:t>.</a:t>
          </a:r>
        </a:p>
      </dgm:t>
    </dgm:pt>
    <dgm:pt modelId="{637F68C5-18F4-E14B-9A13-81976626C9FF}" type="parTrans" cxnId="{0F4F2242-849C-2346-909D-31A61F1D7795}">
      <dgm:prSet/>
      <dgm:spPr/>
      <dgm:t>
        <a:bodyPr/>
        <a:lstStyle/>
        <a:p>
          <a:endParaRPr lang="en-GB"/>
        </a:p>
      </dgm:t>
    </dgm:pt>
    <dgm:pt modelId="{D51735E5-F8D8-6744-BDDA-46CC4920BDCA}" type="sibTrans" cxnId="{0F4F2242-849C-2346-909D-31A61F1D7795}">
      <dgm:prSet/>
      <dgm:spPr/>
      <dgm:t>
        <a:bodyPr/>
        <a:lstStyle/>
        <a:p>
          <a:endParaRPr lang="en-GB"/>
        </a:p>
      </dgm:t>
    </dgm:pt>
    <dgm:pt modelId="{25FAF445-2294-574E-84B8-38707790C4DF}">
      <dgm:prSet phldrT="[Text]" custT="1"/>
      <dgm:spPr>
        <a:noFill/>
        <a:ln w="15875">
          <a:solidFill>
            <a:schemeClr val="accent1"/>
          </a:solidFill>
        </a:ln>
      </dgm:spPr>
      <dgm:t>
        <a:bodyPr lIns="432000" tIns="432000" rIns="0" bIns="0"/>
        <a:lstStyle/>
        <a:p>
          <a:r>
            <a:rPr lang="en-GB" sz="1100">
              <a:solidFill>
                <a:schemeClr val="bg1"/>
              </a:solidFill>
            </a:rPr>
            <a:t>Lorem ipsum </a:t>
          </a:r>
          <a:r>
            <a:rPr lang="en-GB" sz="1100" err="1">
              <a:solidFill>
                <a:schemeClr val="bg1"/>
              </a:solidFill>
            </a:rPr>
            <a:t>odor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amet</a:t>
          </a:r>
          <a:r>
            <a:rPr lang="en-GB" sz="1100">
              <a:solidFill>
                <a:schemeClr val="bg1"/>
              </a:solidFill>
            </a:rPr>
            <a:t>, </a:t>
          </a:r>
          <a:r>
            <a:rPr lang="en-GB" sz="1100" err="1">
              <a:solidFill>
                <a:schemeClr val="bg1"/>
              </a:solidFill>
            </a:rPr>
            <a:t>consectetuer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adipiscing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elit</a:t>
          </a:r>
          <a:r>
            <a:rPr lang="en-GB" sz="1100">
              <a:solidFill>
                <a:schemeClr val="bg1"/>
              </a:solidFill>
            </a:rPr>
            <a:t>.</a:t>
          </a:r>
        </a:p>
      </dgm:t>
    </dgm:pt>
    <dgm:pt modelId="{98501A19-49FA-CF42-AD65-1F7817395CDC}" type="parTrans" cxnId="{BF542CB4-94E8-8C4A-B4DA-B94D0363E32A}">
      <dgm:prSet/>
      <dgm:spPr/>
      <dgm:t>
        <a:bodyPr/>
        <a:lstStyle/>
        <a:p>
          <a:endParaRPr lang="en-GB"/>
        </a:p>
      </dgm:t>
    </dgm:pt>
    <dgm:pt modelId="{DA13906F-BAAB-5949-88D6-CD0EFFAC40BB}" type="sibTrans" cxnId="{BF542CB4-94E8-8C4A-B4DA-B94D0363E32A}">
      <dgm:prSet/>
      <dgm:spPr/>
      <dgm:t>
        <a:bodyPr/>
        <a:lstStyle/>
        <a:p>
          <a:endParaRPr lang="en-GB"/>
        </a:p>
      </dgm:t>
    </dgm:pt>
    <dgm:pt modelId="{1717E9CE-7245-F248-976D-30F1CF4B4D5B}">
      <dgm:prSet phldrT="[Text]" custT="1"/>
      <dgm:spPr>
        <a:noFill/>
        <a:ln w="15875">
          <a:solidFill>
            <a:schemeClr val="accent1"/>
          </a:solidFill>
        </a:ln>
      </dgm:spPr>
      <dgm:t>
        <a:bodyPr lIns="0" tIns="432000" rIns="432000" bIns="0"/>
        <a:lstStyle/>
        <a:p>
          <a:r>
            <a:rPr lang="en-GB" sz="1100">
              <a:solidFill>
                <a:schemeClr val="bg1"/>
              </a:solidFill>
            </a:rPr>
            <a:t>Lorem ipsum </a:t>
          </a:r>
          <a:r>
            <a:rPr lang="en-GB" sz="1100" err="1">
              <a:solidFill>
                <a:schemeClr val="bg1"/>
              </a:solidFill>
            </a:rPr>
            <a:t>odor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amet</a:t>
          </a:r>
          <a:r>
            <a:rPr lang="en-GB" sz="1100">
              <a:solidFill>
                <a:schemeClr val="bg1"/>
              </a:solidFill>
            </a:rPr>
            <a:t>, </a:t>
          </a:r>
          <a:r>
            <a:rPr lang="en-GB" sz="1100" err="1">
              <a:solidFill>
                <a:schemeClr val="bg1"/>
              </a:solidFill>
            </a:rPr>
            <a:t>consectetuer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adipiscing</a:t>
          </a:r>
          <a:r>
            <a:rPr lang="en-GB" sz="1100">
              <a:solidFill>
                <a:schemeClr val="bg1"/>
              </a:solidFill>
            </a:rPr>
            <a:t> </a:t>
          </a:r>
          <a:r>
            <a:rPr lang="en-GB" sz="1100" err="1">
              <a:solidFill>
                <a:schemeClr val="bg1"/>
              </a:solidFill>
            </a:rPr>
            <a:t>elit</a:t>
          </a:r>
          <a:r>
            <a:rPr lang="en-GB" sz="1100">
              <a:solidFill>
                <a:schemeClr val="bg1"/>
              </a:solidFill>
            </a:rPr>
            <a:t>.</a:t>
          </a:r>
        </a:p>
      </dgm:t>
    </dgm:pt>
    <dgm:pt modelId="{4A15F389-070C-FC4E-AFA8-4932488650F3}" type="parTrans" cxnId="{D89C75A9-D177-944E-9631-ED077FEF407F}">
      <dgm:prSet/>
      <dgm:spPr/>
      <dgm:t>
        <a:bodyPr/>
        <a:lstStyle/>
        <a:p>
          <a:endParaRPr lang="en-GB"/>
        </a:p>
      </dgm:t>
    </dgm:pt>
    <dgm:pt modelId="{1CE0475E-B18E-114A-A360-864B2321D375}" type="sibTrans" cxnId="{D89C75A9-D177-944E-9631-ED077FEF407F}">
      <dgm:prSet/>
      <dgm:spPr/>
      <dgm:t>
        <a:bodyPr/>
        <a:lstStyle/>
        <a:p>
          <a:endParaRPr lang="en-GB"/>
        </a:p>
      </dgm:t>
    </dgm:pt>
    <dgm:pt modelId="{EECFCAFC-AF7E-BA47-97E6-110E52741964}" type="pres">
      <dgm:prSet presAssocID="{09610053-66E8-1649-91FF-7BA7426D34C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DF98EE6A-7166-0249-92C9-11AF9D7FDF56}" type="pres">
      <dgm:prSet presAssocID="{09610053-66E8-1649-91FF-7BA7426D34C8}" presName="children" presStyleCnt="0"/>
      <dgm:spPr/>
    </dgm:pt>
    <dgm:pt modelId="{36D9A213-333C-EF40-8CEB-2565E1982989}" type="pres">
      <dgm:prSet presAssocID="{09610053-66E8-1649-91FF-7BA7426D34C8}" presName="childPlaceholder" presStyleCnt="0"/>
      <dgm:spPr/>
    </dgm:pt>
    <dgm:pt modelId="{2E8DA6A3-96D5-714E-9B78-9B5CCBFB6DE3}" type="pres">
      <dgm:prSet presAssocID="{09610053-66E8-1649-91FF-7BA7426D34C8}" presName="circle" presStyleCnt="0"/>
      <dgm:spPr/>
    </dgm:pt>
    <dgm:pt modelId="{8A7AB487-B157-2A4E-9F2E-16A3D89D5DAD}" type="pres">
      <dgm:prSet presAssocID="{09610053-66E8-1649-91FF-7BA7426D34C8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03BA4907-A4AE-3549-AF29-315DEA8B021C}" type="pres">
      <dgm:prSet presAssocID="{09610053-66E8-1649-91FF-7BA7426D34C8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6AA57F82-2646-5B49-81FD-F345147CB6C5}" type="pres">
      <dgm:prSet presAssocID="{09610053-66E8-1649-91FF-7BA7426D34C8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050FFD0-81D0-DC4C-BBE1-9ACF1F1DC3E1}" type="pres">
      <dgm:prSet presAssocID="{09610053-66E8-1649-91FF-7BA7426D34C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5CCCB452-AB12-9B45-9660-EA74A5E50487}" type="pres">
      <dgm:prSet presAssocID="{09610053-66E8-1649-91FF-7BA7426D34C8}" presName="quadrantPlaceholder" presStyleCnt="0"/>
      <dgm:spPr/>
    </dgm:pt>
    <dgm:pt modelId="{E7575DDA-08D0-B242-A07E-A8E8B657BFCB}" type="pres">
      <dgm:prSet presAssocID="{09610053-66E8-1649-91FF-7BA7426D34C8}" presName="center1" presStyleLbl="fgShp" presStyleIdx="0" presStyleCnt="2"/>
      <dgm:spPr>
        <a:solidFill>
          <a:srgbClr val="F3F7FA"/>
        </a:solidFill>
        <a:ln>
          <a:noFill/>
        </a:ln>
      </dgm:spPr>
    </dgm:pt>
    <dgm:pt modelId="{2E6C8888-3D76-6D47-A4A8-226F4AFE3076}" type="pres">
      <dgm:prSet presAssocID="{09610053-66E8-1649-91FF-7BA7426D34C8}" presName="center2" presStyleLbl="fgShp" presStyleIdx="1" presStyleCnt="2"/>
      <dgm:spPr>
        <a:solidFill>
          <a:srgbClr val="F3F7FA"/>
        </a:solidFill>
        <a:ln>
          <a:noFill/>
        </a:ln>
      </dgm:spPr>
    </dgm:pt>
  </dgm:ptLst>
  <dgm:cxnLst>
    <dgm:cxn modelId="{E2C2AF02-D262-2F4E-852A-3D91C0C3B213}" type="presOf" srcId="{3E6B3A8E-B2E0-D149-B970-EF2484DC539A}" destId="{8A7AB487-B157-2A4E-9F2E-16A3D89D5DAD}" srcOrd="0" destOrd="0" presId="urn:microsoft.com/office/officeart/2005/8/layout/cycle4"/>
    <dgm:cxn modelId="{72E5EF0B-DB5E-2142-9E13-5508AF065522}" type="presOf" srcId="{F7A2B075-CA14-3040-822F-917E768D12E2}" destId="{03BA4907-A4AE-3549-AF29-315DEA8B021C}" srcOrd="0" destOrd="0" presId="urn:microsoft.com/office/officeart/2005/8/layout/cycle4"/>
    <dgm:cxn modelId="{59FD1820-1ED0-6A4A-B970-BE578B4123FA}" srcId="{09610053-66E8-1649-91FF-7BA7426D34C8}" destId="{3E6B3A8E-B2E0-D149-B970-EF2484DC539A}" srcOrd="0" destOrd="0" parTransId="{6169CCE5-89FC-084C-91ED-52845FF30AC8}" sibTransId="{7AB5BB8C-0994-DF47-9F06-A58FD980C9F6}"/>
    <dgm:cxn modelId="{0F4F2242-849C-2346-909D-31A61F1D7795}" srcId="{09610053-66E8-1649-91FF-7BA7426D34C8}" destId="{F7A2B075-CA14-3040-822F-917E768D12E2}" srcOrd="1" destOrd="0" parTransId="{637F68C5-18F4-E14B-9A13-81976626C9FF}" sibTransId="{D51735E5-F8D8-6744-BDDA-46CC4920BDCA}"/>
    <dgm:cxn modelId="{8F3B3E90-10D5-A540-9DA2-A4745F19F255}" type="presOf" srcId="{25FAF445-2294-574E-84B8-38707790C4DF}" destId="{6AA57F82-2646-5B49-81FD-F345147CB6C5}" srcOrd="0" destOrd="0" presId="urn:microsoft.com/office/officeart/2005/8/layout/cycle4"/>
    <dgm:cxn modelId="{D89C75A9-D177-944E-9631-ED077FEF407F}" srcId="{09610053-66E8-1649-91FF-7BA7426D34C8}" destId="{1717E9CE-7245-F248-976D-30F1CF4B4D5B}" srcOrd="3" destOrd="0" parTransId="{4A15F389-070C-FC4E-AFA8-4932488650F3}" sibTransId="{1CE0475E-B18E-114A-A360-864B2321D375}"/>
    <dgm:cxn modelId="{BF542CB4-94E8-8C4A-B4DA-B94D0363E32A}" srcId="{09610053-66E8-1649-91FF-7BA7426D34C8}" destId="{25FAF445-2294-574E-84B8-38707790C4DF}" srcOrd="2" destOrd="0" parTransId="{98501A19-49FA-CF42-AD65-1F7817395CDC}" sibTransId="{DA13906F-BAAB-5949-88D6-CD0EFFAC40BB}"/>
    <dgm:cxn modelId="{9083C0B6-451A-154D-800F-E4866921F51A}" type="presOf" srcId="{1717E9CE-7245-F248-976D-30F1CF4B4D5B}" destId="{C050FFD0-81D0-DC4C-BBE1-9ACF1F1DC3E1}" srcOrd="0" destOrd="0" presId="urn:microsoft.com/office/officeart/2005/8/layout/cycle4"/>
    <dgm:cxn modelId="{D883CABC-31D1-054C-823B-27DD6C4F3FDD}" type="presOf" srcId="{09610053-66E8-1649-91FF-7BA7426D34C8}" destId="{EECFCAFC-AF7E-BA47-97E6-110E52741964}" srcOrd="0" destOrd="0" presId="urn:microsoft.com/office/officeart/2005/8/layout/cycle4"/>
    <dgm:cxn modelId="{2ECBD917-B743-8049-8778-586FF5D9FA00}" type="presParOf" srcId="{EECFCAFC-AF7E-BA47-97E6-110E52741964}" destId="{DF98EE6A-7166-0249-92C9-11AF9D7FDF56}" srcOrd="0" destOrd="0" presId="urn:microsoft.com/office/officeart/2005/8/layout/cycle4"/>
    <dgm:cxn modelId="{4672B53A-C986-8146-9FC3-6C94F8086C7B}" type="presParOf" srcId="{DF98EE6A-7166-0249-92C9-11AF9D7FDF56}" destId="{36D9A213-333C-EF40-8CEB-2565E1982989}" srcOrd="0" destOrd="0" presId="urn:microsoft.com/office/officeart/2005/8/layout/cycle4"/>
    <dgm:cxn modelId="{64DE72C9-D4BF-E843-8A85-710178B052CD}" type="presParOf" srcId="{EECFCAFC-AF7E-BA47-97E6-110E52741964}" destId="{2E8DA6A3-96D5-714E-9B78-9B5CCBFB6DE3}" srcOrd="1" destOrd="0" presId="urn:microsoft.com/office/officeart/2005/8/layout/cycle4"/>
    <dgm:cxn modelId="{72938692-8ABD-BC47-981C-272DF1C07E67}" type="presParOf" srcId="{2E8DA6A3-96D5-714E-9B78-9B5CCBFB6DE3}" destId="{8A7AB487-B157-2A4E-9F2E-16A3D89D5DAD}" srcOrd="0" destOrd="0" presId="urn:microsoft.com/office/officeart/2005/8/layout/cycle4"/>
    <dgm:cxn modelId="{21467491-EAE2-504F-97F2-8C5DDD3D789C}" type="presParOf" srcId="{2E8DA6A3-96D5-714E-9B78-9B5CCBFB6DE3}" destId="{03BA4907-A4AE-3549-AF29-315DEA8B021C}" srcOrd="1" destOrd="0" presId="urn:microsoft.com/office/officeart/2005/8/layout/cycle4"/>
    <dgm:cxn modelId="{2FAF23B1-5E09-DD48-8F89-17ACA1CCE225}" type="presParOf" srcId="{2E8DA6A3-96D5-714E-9B78-9B5CCBFB6DE3}" destId="{6AA57F82-2646-5B49-81FD-F345147CB6C5}" srcOrd="2" destOrd="0" presId="urn:microsoft.com/office/officeart/2005/8/layout/cycle4"/>
    <dgm:cxn modelId="{89386019-B9D4-124B-90D4-852406A467E4}" type="presParOf" srcId="{2E8DA6A3-96D5-714E-9B78-9B5CCBFB6DE3}" destId="{C050FFD0-81D0-DC4C-BBE1-9ACF1F1DC3E1}" srcOrd="3" destOrd="0" presId="urn:microsoft.com/office/officeart/2005/8/layout/cycle4"/>
    <dgm:cxn modelId="{79D6ECFB-71D4-FE46-B32F-D0AB9103CB90}" type="presParOf" srcId="{2E8DA6A3-96D5-714E-9B78-9B5CCBFB6DE3}" destId="{5CCCB452-AB12-9B45-9660-EA74A5E50487}" srcOrd="4" destOrd="0" presId="urn:microsoft.com/office/officeart/2005/8/layout/cycle4"/>
    <dgm:cxn modelId="{F1BA9780-C289-F34F-9CBF-5BC5F1D90CFD}" type="presParOf" srcId="{EECFCAFC-AF7E-BA47-97E6-110E52741964}" destId="{E7575DDA-08D0-B242-A07E-A8E8B657BFCB}" srcOrd="2" destOrd="0" presId="urn:microsoft.com/office/officeart/2005/8/layout/cycle4"/>
    <dgm:cxn modelId="{A6178E64-670A-C64F-BFA3-D8CA7595F51B}" type="presParOf" srcId="{EECFCAFC-AF7E-BA47-97E6-110E52741964}" destId="{2E6C8888-3D76-6D47-A4A8-226F4AFE3076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EBC7D1-34AA-3940-B80F-6F7202C585D9}" type="doc">
      <dgm:prSet loTypeId="urn:microsoft.com/office/officeart/2005/8/layout/cycle4" loCatId="" qsTypeId="urn:microsoft.com/office/officeart/2005/8/quickstyle/simple1#29" qsCatId="simple" csTypeId="urn:microsoft.com/office/officeart/2005/8/colors/accent1_2#25" csCatId="accent1" phldr="1"/>
      <dgm:spPr/>
      <dgm:t>
        <a:bodyPr/>
        <a:lstStyle/>
        <a:p>
          <a:endParaRPr lang="en-GB"/>
        </a:p>
      </dgm:t>
    </dgm:pt>
    <dgm:pt modelId="{9298D77B-9F8C-2241-9BDA-F970B676360F}">
      <dgm:prSet phldrT="[Text]" custT="1"/>
      <dgm:spPr/>
      <dgm:t>
        <a:bodyPr lIns="72000" rIns="432000" bIns="576000"/>
        <a:lstStyle/>
        <a:p>
          <a:r>
            <a:rPr lang="en-GB" sz="1000">
              <a:solidFill>
                <a:schemeClr val="bg1"/>
              </a:solidFill>
            </a:rPr>
            <a:t>Lorem ipsum </a:t>
          </a:r>
          <a:r>
            <a:rPr lang="en-GB" sz="1000" err="1">
              <a:solidFill>
                <a:schemeClr val="bg1"/>
              </a:solidFill>
            </a:rPr>
            <a:t>odor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amet</a:t>
          </a:r>
          <a:r>
            <a:rPr lang="en-GB" sz="1000">
              <a:solidFill>
                <a:schemeClr val="bg1"/>
              </a:solidFill>
            </a:rPr>
            <a:t>, </a:t>
          </a:r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</a:t>
          </a:r>
          <a:endParaRPr lang="en-GB" sz="1000"/>
        </a:p>
      </dgm:t>
    </dgm:pt>
    <dgm:pt modelId="{884658B3-CA7E-5E47-AA8D-556FAAAFED5A}" type="parTrans" cxnId="{35C6142F-9BBB-BF41-9903-375F3C44BCCC}">
      <dgm:prSet/>
      <dgm:spPr/>
      <dgm:t>
        <a:bodyPr/>
        <a:lstStyle/>
        <a:p>
          <a:endParaRPr lang="en-GB" sz="1000"/>
        </a:p>
      </dgm:t>
    </dgm:pt>
    <dgm:pt modelId="{59ED609F-A48C-6949-B392-F34E8FAE73FE}" type="sibTrans" cxnId="{35C6142F-9BBB-BF41-9903-375F3C44BCCC}">
      <dgm:prSet/>
      <dgm:spPr/>
      <dgm:t>
        <a:bodyPr/>
        <a:lstStyle/>
        <a:p>
          <a:endParaRPr lang="en-GB" sz="1000"/>
        </a:p>
      </dgm:t>
    </dgm:pt>
    <dgm:pt modelId="{D8B0CFA1-7855-F540-AA74-E5B7CA6A217C}">
      <dgm:prSet phldrT="[Text]" custT="1"/>
      <dgm:spPr/>
      <dgm:t>
        <a:bodyPr lIns="432000" bIns="576000"/>
        <a:lstStyle/>
        <a:p>
          <a:r>
            <a:rPr lang="en-GB" sz="1000">
              <a:solidFill>
                <a:schemeClr val="bg1"/>
              </a:solidFill>
            </a:rPr>
            <a:t>Lorem ipsum </a:t>
          </a:r>
          <a:r>
            <a:rPr lang="en-GB" sz="1000" err="1">
              <a:solidFill>
                <a:schemeClr val="bg1"/>
              </a:solidFill>
            </a:rPr>
            <a:t>odor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amet</a:t>
          </a:r>
          <a:r>
            <a:rPr lang="en-GB" sz="1000">
              <a:solidFill>
                <a:schemeClr val="bg1"/>
              </a:solidFill>
            </a:rPr>
            <a:t>, </a:t>
          </a:r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</a:t>
          </a:r>
          <a:endParaRPr lang="en-GB" sz="1000"/>
        </a:p>
      </dgm:t>
    </dgm:pt>
    <dgm:pt modelId="{CBFF24A2-798B-AF42-B77D-1B12D950B035}" type="parTrans" cxnId="{DD0A918D-B41F-0E44-8A51-1A4A8BFB11A5}">
      <dgm:prSet/>
      <dgm:spPr/>
      <dgm:t>
        <a:bodyPr/>
        <a:lstStyle/>
        <a:p>
          <a:endParaRPr lang="en-GB" sz="1000"/>
        </a:p>
      </dgm:t>
    </dgm:pt>
    <dgm:pt modelId="{002261D3-B5CC-B34F-976F-0651CFF65835}" type="sibTrans" cxnId="{DD0A918D-B41F-0E44-8A51-1A4A8BFB11A5}">
      <dgm:prSet/>
      <dgm:spPr/>
      <dgm:t>
        <a:bodyPr/>
        <a:lstStyle/>
        <a:p>
          <a:endParaRPr lang="en-GB" sz="1000"/>
        </a:p>
      </dgm:t>
    </dgm:pt>
    <dgm:pt modelId="{2E3A6572-8E4F-4749-AB4A-C40A5FEB3444}">
      <dgm:prSet phldrT="[Text]" custT="1"/>
      <dgm:spPr/>
      <dgm:t>
        <a:bodyPr lIns="540000" tIns="540000" rIns="0" bIns="0"/>
        <a:lstStyle/>
        <a:p>
          <a:r>
            <a:rPr lang="en-GB" sz="1000">
              <a:solidFill>
                <a:schemeClr val="bg1"/>
              </a:solidFill>
            </a:rPr>
            <a:t>Lorem ipsum </a:t>
          </a:r>
          <a:r>
            <a:rPr lang="en-GB" sz="1000" err="1">
              <a:solidFill>
                <a:schemeClr val="bg1"/>
              </a:solidFill>
            </a:rPr>
            <a:t>odor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amet</a:t>
          </a:r>
          <a:r>
            <a:rPr lang="en-GB" sz="1000">
              <a:solidFill>
                <a:schemeClr val="bg1"/>
              </a:solidFill>
            </a:rPr>
            <a:t>, </a:t>
          </a:r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</a:t>
          </a:r>
          <a:endParaRPr lang="en-GB" sz="1000"/>
        </a:p>
      </dgm:t>
    </dgm:pt>
    <dgm:pt modelId="{812F72FD-24DC-174D-A980-95265491A468}" type="parTrans" cxnId="{92D311F9-4C30-0A4F-8D79-F3E2D7AFB8E8}">
      <dgm:prSet/>
      <dgm:spPr/>
      <dgm:t>
        <a:bodyPr/>
        <a:lstStyle/>
        <a:p>
          <a:endParaRPr lang="en-GB" sz="1000"/>
        </a:p>
      </dgm:t>
    </dgm:pt>
    <dgm:pt modelId="{09168D0A-AD8B-E946-8235-B51BDF3425EC}" type="sibTrans" cxnId="{92D311F9-4C30-0A4F-8D79-F3E2D7AFB8E8}">
      <dgm:prSet/>
      <dgm:spPr/>
      <dgm:t>
        <a:bodyPr/>
        <a:lstStyle/>
        <a:p>
          <a:endParaRPr lang="en-GB" sz="1000"/>
        </a:p>
      </dgm:t>
    </dgm:pt>
    <dgm:pt modelId="{D4DF8D94-0FA7-9D48-B535-D60BFFA72545}">
      <dgm:prSet phldrT="[Text]" custT="1"/>
      <dgm:spPr/>
      <dgm:t>
        <a:bodyPr tIns="576000" rIns="288000" bIns="0"/>
        <a:lstStyle/>
        <a:p>
          <a:r>
            <a:rPr lang="en-GB" sz="1000">
              <a:solidFill>
                <a:schemeClr val="bg1"/>
              </a:solidFill>
            </a:rPr>
            <a:t>Lorem ipsum </a:t>
          </a:r>
          <a:r>
            <a:rPr lang="en-GB" sz="1000" err="1">
              <a:solidFill>
                <a:schemeClr val="bg1"/>
              </a:solidFill>
            </a:rPr>
            <a:t>odor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amet</a:t>
          </a:r>
          <a:r>
            <a:rPr lang="en-GB" sz="1000">
              <a:solidFill>
                <a:schemeClr val="bg1"/>
              </a:solidFill>
            </a:rPr>
            <a:t>, </a:t>
          </a:r>
          <a:r>
            <a:rPr lang="en-GB" sz="1000" err="1">
              <a:solidFill>
                <a:schemeClr val="bg1"/>
              </a:solidFill>
            </a:rPr>
            <a:t>consectetuer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adipiscing</a:t>
          </a:r>
          <a:r>
            <a:rPr lang="en-GB" sz="1000">
              <a:solidFill>
                <a:schemeClr val="bg1"/>
              </a:solidFill>
            </a:rPr>
            <a:t> </a:t>
          </a:r>
          <a:r>
            <a:rPr lang="en-GB" sz="1000" err="1">
              <a:solidFill>
                <a:schemeClr val="bg1"/>
              </a:solidFill>
            </a:rPr>
            <a:t>elit</a:t>
          </a:r>
          <a:r>
            <a:rPr lang="en-GB" sz="1000">
              <a:solidFill>
                <a:schemeClr val="bg1"/>
              </a:solidFill>
            </a:rPr>
            <a:t>.</a:t>
          </a:r>
          <a:endParaRPr lang="en-GB" sz="1000"/>
        </a:p>
      </dgm:t>
    </dgm:pt>
    <dgm:pt modelId="{B604BE93-A2FE-B140-91CF-2486E433B613}" type="parTrans" cxnId="{4BD5B069-571A-BE4A-B02E-E751A34A01BF}">
      <dgm:prSet/>
      <dgm:spPr/>
      <dgm:t>
        <a:bodyPr/>
        <a:lstStyle/>
        <a:p>
          <a:endParaRPr lang="en-GB" sz="1000"/>
        </a:p>
      </dgm:t>
    </dgm:pt>
    <dgm:pt modelId="{0D0F3409-8C79-9B4E-9D66-A32FB9C81A48}" type="sibTrans" cxnId="{4BD5B069-571A-BE4A-B02E-E751A34A01BF}">
      <dgm:prSet/>
      <dgm:spPr/>
      <dgm:t>
        <a:bodyPr/>
        <a:lstStyle/>
        <a:p>
          <a:endParaRPr lang="en-GB" sz="1000"/>
        </a:p>
      </dgm:t>
    </dgm:pt>
    <dgm:pt modelId="{BE98C478-1FEA-1C47-A64B-0ADB17B3B8FD}" type="pres">
      <dgm:prSet presAssocID="{D2EBC7D1-34AA-3940-B80F-6F7202C585D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1CEB1A2F-0FB9-2E42-8FA4-0E208173245D}" type="pres">
      <dgm:prSet presAssocID="{D2EBC7D1-34AA-3940-B80F-6F7202C585D9}" presName="children" presStyleCnt="0"/>
      <dgm:spPr/>
    </dgm:pt>
    <dgm:pt modelId="{3D0857AD-0D54-B44E-9199-341EE9FC3283}" type="pres">
      <dgm:prSet presAssocID="{D2EBC7D1-34AA-3940-B80F-6F7202C585D9}" presName="childPlaceholder" presStyleCnt="0"/>
      <dgm:spPr/>
    </dgm:pt>
    <dgm:pt modelId="{AFEF0B9F-65F0-AC4D-8886-BAEF2A3FAB23}" type="pres">
      <dgm:prSet presAssocID="{D2EBC7D1-34AA-3940-B80F-6F7202C585D9}" presName="circle" presStyleCnt="0"/>
      <dgm:spPr/>
    </dgm:pt>
    <dgm:pt modelId="{7587F60D-66D6-7F42-A06B-07212F4F653F}" type="pres">
      <dgm:prSet presAssocID="{D2EBC7D1-34AA-3940-B80F-6F7202C585D9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A18465AB-59F9-524E-ACB6-6020A13581E1}" type="pres">
      <dgm:prSet presAssocID="{D2EBC7D1-34AA-3940-B80F-6F7202C585D9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CAE36EB8-F028-F44C-B529-3F3729AD7F93}" type="pres">
      <dgm:prSet presAssocID="{D2EBC7D1-34AA-3940-B80F-6F7202C585D9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4F32D19C-29CF-FE4D-80AE-4F796BDB1168}" type="pres">
      <dgm:prSet presAssocID="{D2EBC7D1-34AA-3940-B80F-6F7202C585D9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AEC85E49-9866-834D-B5CF-CC4C81ED63A2}" type="pres">
      <dgm:prSet presAssocID="{D2EBC7D1-34AA-3940-B80F-6F7202C585D9}" presName="quadrantPlaceholder" presStyleCnt="0"/>
      <dgm:spPr/>
    </dgm:pt>
    <dgm:pt modelId="{B3090249-67DF-3A48-8336-86971A1CD28D}" type="pres">
      <dgm:prSet presAssocID="{D2EBC7D1-34AA-3940-B80F-6F7202C585D9}" presName="center1" presStyleLbl="fgShp" presStyleIdx="0" presStyleCnt="2"/>
      <dgm:spPr>
        <a:noFill/>
        <a:ln>
          <a:noFill/>
        </a:ln>
      </dgm:spPr>
    </dgm:pt>
    <dgm:pt modelId="{9BAC36FC-9E9F-E74F-895E-1AB122C654CE}" type="pres">
      <dgm:prSet presAssocID="{D2EBC7D1-34AA-3940-B80F-6F7202C585D9}" presName="center2" presStyleLbl="fgShp" presStyleIdx="1" presStyleCnt="2" custLinFactNeighborX="0" custLinFactNeighborY="-10129"/>
      <dgm:spPr>
        <a:noFill/>
        <a:ln>
          <a:noFill/>
        </a:ln>
      </dgm:spPr>
    </dgm:pt>
  </dgm:ptLst>
  <dgm:cxnLst>
    <dgm:cxn modelId="{CA367C17-7B5B-0841-83AB-37FA202065A2}" type="presOf" srcId="{9298D77B-9F8C-2241-9BDA-F970B676360F}" destId="{7587F60D-66D6-7F42-A06B-07212F4F653F}" srcOrd="0" destOrd="0" presId="urn:microsoft.com/office/officeart/2005/8/layout/cycle4"/>
    <dgm:cxn modelId="{35C6142F-9BBB-BF41-9903-375F3C44BCCC}" srcId="{D2EBC7D1-34AA-3940-B80F-6F7202C585D9}" destId="{9298D77B-9F8C-2241-9BDA-F970B676360F}" srcOrd="0" destOrd="0" parTransId="{884658B3-CA7E-5E47-AA8D-556FAAAFED5A}" sibTransId="{59ED609F-A48C-6949-B392-F34E8FAE73FE}"/>
    <dgm:cxn modelId="{4BD5B069-571A-BE4A-B02E-E751A34A01BF}" srcId="{D2EBC7D1-34AA-3940-B80F-6F7202C585D9}" destId="{D4DF8D94-0FA7-9D48-B535-D60BFFA72545}" srcOrd="3" destOrd="0" parTransId="{B604BE93-A2FE-B140-91CF-2486E433B613}" sibTransId="{0D0F3409-8C79-9B4E-9D66-A32FB9C81A48}"/>
    <dgm:cxn modelId="{88605B76-B878-0A49-9FE6-569690B5925F}" type="presOf" srcId="{D4DF8D94-0FA7-9D48-B535-D60BFFA72545}" destId="{4F32D19C-29CF-FE4D-80AE-4F796BDB1168}" srcOrd="0" destOrd="0" presId="urn:microsoft.com/office/officeart/2005/8/layout/cycle4"/>
    <dgm:cxn modelId="{DD0A918D-B41F-0E44-8A51-1A4A8BFB11A5}" srcId="{D2EBC7D1-34AA-3940-B80F-6F7202C585D9}" destId="{D8B0CFA1-7855-F540-AA74-E5B7CA6A217C}" srcOrd="1" destOrd="0" parTransId="{CBFF24A2-798B-AF42-B77D-1B12D950B035}" sibTransId="{002261D3-B5CC-B34F-976F-0651CFF65835}"/>
    <dgm:cxn modelId="{3210BD92-F9E5-6548-8FAE-26E6C5F30D8E}" type="presOf" srcId="{D2EBC7D1-34AA-3940-B80F-6F7202C585D9}" destId="{BE98C478-1FEA-1C47-A64B-0ADB17B3B8FD}" srcOrd="0" destOrd="0" presId="urn:microsoft.com/office/officeart/2005/8/layout/cycle4"/>
    <dgm:cxn modelId="{08EAD797-C377-454A-9668-0D5BD199812D}" type="presOf" srcId="{D8B0CFA1-7855-F540-AA74-E5B7CA6A217C}" destId="{A18465AB-59F9-524E-ACB6-6020A13581E1}" srcOrd="0" destOrd="0" presId="urn:microsoft.com/office/officeart/2005/8/layout/cycle4"/>
    <dgm:cxn modelId="{10E757C4-4E64-6B4B-BB32-17D899C19E5A}" type="presOf" srcId="{2E3A6572-8E4F-4749-AB4A-C40A5FEB3444}" destId="{CAE36EB8-F028-F44C-B529-3F3729AD7F93}" srcOrd="0" destOrd="0" presId="urn:microsoft.com/office/officeart/2005/8/layout/cycle4"/>
    <dgm:cxn modelId="{92D311F9-4C30-0A4F-8D79-F3E2D7AFB8E8}" srcId="{D2EBC7D1-34AA-3940-B80F-6F7202C585D9}" destId="{2E3A6572-8E4F-4749-AB4A-C40A5FEB3444}" srcOrd="2" destOrd="0" parTransId="{812F72FD-24DC-174D-A980-95265491A468}" sibTransId="{09168D0A-AD8B-E946-8235-B51BDF3425EC}"/>
    <dgm:cxn modelId="{93F1BA31-1405-2941-8B2F-F556E67336AC}" type="presParOf" srcId="{BE98C478-1FEA-1C47-A64B-0ADB17B3B8FD}" destId="{1CEB1A2F-0FB9-2E42-8FA4-0E208173245D}" srcOrd="0" destOrd="0" presId="urn:microsoft.com/office/officeart/2005/8/layout/cycle4"/>
    <dgm:cxn modelId="{FAE0731E-B5D0-CB4B-95C5-9ABCA9BF78FB}" type="presParOf" srcId="{1CEB1A2F-0FB9-2E42-8FA4-0E208173245D}" destId="{3D0857AD-0D54-B44E-9199-341EE9FC3283}" srcOrd="0" destOrd="0" presId="urn:microsoft.com/office/officeart/2005/8/layout/cycle4"/>
    <dgm:cxn modelId="{EB2B5B3C-6746-6447-A50E-C22B4FBBC28E}" type="presParOf" srcId="{BE98C478-1FEA-1C47-A64B-0ADB17B3B8FD}" destId="{AFEF0B9F-65F0-AC4D-8886-BAEF2A3FAB23}" srcOrd="1" destOrd="0" presId="urn:microsoft.com/office/officeart/2005/8/layout/cycle4"/>
    <dgm:cxn modelId="{EA522C33-06E1-4B44-B301-B5DBEFD09F33}" type="presParOf" srcId="{AFEF0B9F-65F0-AC4D-8886-BAEF2A3FAB23}" destId="{7587F60D-66D6-7F42-A06B-07212F4F653F}" srcOrd="0" destOrd="0" presId="urn:microsoft.com/office/officeart/2005/8/layout/cycle4"/>
    <dgm:cxn modelId="{AF6A9892-CD6F-0845-8584-E427FF656A3A}" type="presParOf" srcId="{AFEF0B9F-65F0-AC4D-8886-BAEF2A3FAB23}" destId="{A18465AB-59F9-524E-ACB6-6020A13581E1}" srcOrd="1" destOrd="0" presId="urn:microsoft.com/office/officeart/2005/8/layout/cycle4"/>
    <dgm:cxn modelId="{8CBB623D-F575-7B4E-9D57-ACC51778DA12}" type="presParOf" srcId="{AFEF0B9F-65F0-AC4D-8886-BAEF2A3FAB23}" destId="{CAE36EB8-F028-F44C-B529-3F3729AD7F93}" srcOrd="2" destOrd="0" presId="urn:microsoft.com/office/officeart/2005/8/layout/cycle4"/>
    <dgm:cxn modelId="{46F0BB35-F94A-B14B-96D9-3808F3251EF4}" type="presParOf" srcId="{AFEF0B9F-65F0-AC4D-8886-BAEF2A3FAB23}" destId="{4F32D19C-29CF-FE4D-80AE-4F796BDB1168}" srcOrd="3" destOrd="0" presId="urn:microsoft.com/office/officeart/2005/8/layout/cycle4"/>
    <dgm:cxn modelId="{6F7511B0-71AE-D545-85B9-32A9F95155D9}" type="presParOf" srcId="{AFEF0B9F-65F0-AC4D-8886-BAEF2A3FAB23}" destId="{AEC85E49-9866-834D-B5CF-CC4C81ED63A2}" srcOrd="4" destOrd="0" presId="urn:microsoft.com/office/officeart/2005/8/layout/cycle4"/>
    <dgm:cxn modelId="{D3A221E3-7BF2-504C-BDB1-EA2608C2E0DD}" type="presParOf" srcId="{BE98C478-1FEA-1C47-A64B-0ADB17B3B8FD}" destId="{B3090249-67DF-3A48-8336-86971A1CD28D}" srcOrd="2" destOrd="0" presId="urn:microsoft.com/office/officeart/2005/8/layout/cycle4"/>
    <dgm:cxn modelId="{7B1F52FC-02E1-8C42-A296-3B169D48B649}" type="presParOf" srcId="{BE98C478-1FEA-1C47-A64B-0ADB17B3B8FD}" destId="{9BAC36FC-9E9F-E74F-895E-1AB122C654C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E3920-13D0-7943-AEBF-081F1AE291AB}">
      <dsp:nvSpPr>
        <dsp:cNvPr id="0" name=""/>
        <dsp:cNvSpPr/>
      </dsp:nvSpPr>
      <dsp:spPr>
        <a:xfrm>
          <a:off x="3412572" y="862137"/>
          <a:ext cx="6632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244" y="45720"/>
              </a:lnTo>
            </a:path>
          </a:pathLst>
        </a:custGeom>
        <a:noFill/>
        <a:ln w="12700" cap="flat" cmpd="sng" algn="ctr">
          <a:solidFill>
            <a:schemeClr val="tx2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726849" y="904388"/>
        <a:ext cx="34692" cy="6938"/>
      </dsp:txXfrm>
    </dsp:sp>
    <dsp:sp modelId="{E4A9A506-7D02-DD41-BEFA-D5AD762D4AAD}">
      <dsp:nvSpPr>
        <dsp:cNvPr id="0" name=""/>
        <dsp:cNvSpPr/>
      </dsp:nvSpPr>
      <dsp:spPr>
        <a:xfrm>
          <a:off x="397657" y="2842"/>
          <a:ext cx="3016715" cy="1810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 kern="120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Urna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justo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aenean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aliquet</a:t>
          </a:r>
          <a:r>
            <a:rPr lang="en-GB" sz="1000" kern="1200">
              <a:solidFill>
                <a:schemeClr val="bg1"/>
              </a:solidFill>
            </a:rPr>
            <a:t> in </a:t>
          </a:r>
          <a:r>
            <a:rPr lang="en-GB" sz="1000" kern="1200" err="1">
              <a:solidFill>
                <a:schemeClr val="bg1"/>
              </a:solidFill>
            </a:rPr>
            <a:t>eleifend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venenatis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dapibus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montes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natoque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Rutrum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leo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iaculis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tincidunt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habitasse</a:t>
          </a:r>
          <a:r>
            <a:rPr lang="en-GB" sz="1000" kern="1200">
              <a:solidFill>
                <a:schemeClr val="bg1"/>
              </a:solidFill>
            </a:rPr>
            <a:t>. </a:t>
          </a:r>
          <a:endParaRPr lang="en-GB" sz="1000" kern="1200"/>
        </a:p>
      </dsp:txBody>
      <dsp:txXfrm>
        <a:off x="486015" y="91200"/>
        <a:ext cx="2839999" cy="1633313"/>
      </dsp:txXfrm>
    </dsp:sp>
    <dsp:sp modelId="{8FE208F9-50FF-0C41-B704-8B1128E7021C}">
      <dsp:nvSpPr>
        <dsp:cNvPr id="0" name=""/>
        <dsp:cNvSpPr/>
      </dsp:nvSpPr>
      <dsp:spPr>
        <a:xfrm>
          <a:off x="7123132" y="862137"/>
          <a:ext cx="6632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244" y="45720"/>
              </a:lnTo>
            </a:path>
          </a:pathLst>
        </a:custGeom>
        <a:noFill/>
        <a:ln w="12700" cap="flat" cmpd="sng" algn="ctr">
          <a:solidFill>
            <a:schemeClr val="tx2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437408" y="904388"/>
        <a:ext cx="34692" cy="6938"/>
      </dsp:txXfrm>
    </dsp:sp>
    <dsp:sp modelId="{6B475245-0510-1E4C-BB7E-F877D5A5612B}">
      <dsp:nvSpPr>
        <dsp:cNvPr id="0" name=""/>
        <dsp:cNvSpPr/>
      </dsp:nvSpPr>
      <dsp:spPr>
        <a:xfrm>
          <a:off x="4108217" y="2842"/>
          <a:ext cx="3016715" cy="1810029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 kern="120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Urna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justo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aenean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aliquet</a:t>
          </a:r>
          <a:r>
            <a:rPr lang="en-GB" sz="1000" kern="1200">
              <a:solidFill>
                <a:schemeClr val="bg1"/>
              </a:solidFill>
            </a:rPr>
            <a:t> in </a:t>
          </a:r>
          <a:r>
            <a:rPr lang="en-GB" sz="1000" kern="1200" err="1">
              <a:solidFill>
                <a:schemeClr val="bg1"/>
              </a:solidFill>
            </a:rPr>
            <a:t>eleifend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venenatis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dapibus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montes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natoque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Rutrum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leo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iaculis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tincidunt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habitasse</a:t>
          </a:r>
          <a:r>
            <a:rPr lang="en-GB" sz="1000" kern="1200">
              <a:solidFill>
                <a:schemeClr val="bg1"/>
              </a:solidFill>
            </a:rPr>
            <a:t>. </a:t>
          </a:r>
          <a:endParaRPr lang="en-GB" sz="1000" kern="1200"/>
        </a:p>
      </dsp:txBody>
      <dsp:txXfrm>
        <a:off x="4196575" y="91200"/>
        <a:ext cx="2839999" cy="1633313"/>
      </dsp:txXfrm>
    </dsp:sp>
    <dsp:sp modelId="{83C9C3D1-4C5A-FC4B-9ED9-6394630142E3}">
      <dsp:nvSpPr>
        <dsp:cNvPr id="0" name=""/>
        <dsp:cNvSpPr/>
      </dsp:nvSpPr>
      <dsp:spPr>
        <a:xfrm>
          <a:off x="1906015" y="1811071"/>
          <a:ext cx="7421119" cy="663244"/>
        </a:xfrm>
        <a:custGeom>
          <a:avLst/>
          <a:gdLst/>
          <a:ahLst/>
          <a:cxnLst/>
          <a:rect l="0" t="0" r="0" b="0"/>
          <a:pathLst>
            <a:path>
              <a:moveTo>
                <a:pt x="7421119" y="0"/>
              </a:moveTo>
              <a:lnTo>
                <a:pt x="7421119" y="348722"/>
              </a:lnTo>
              <a:lnTo>
                <a:pt x="0" y="348722"/>
              </a:lnTo>
              <a:lnTo>
                <a:pt x="0" y="663244"/>
              </a:lnTo>
            </a:path>
          </a:pathLst>
        </a:custGeom>
        <a:noFill/>
        <a:ln w="12700" cap="flat" cmpd="sng" algn="ctr">
          <a:solidFill>
            <a:schemeClr val="tx2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430237" y="2139224"/>
        <a:ext cx="372674" cy="6938"/>
      </dsp:txXfrm>
    </dsp:sp>
    <dsp:sp modelId="{6EEB88DD-0E1A-0D43-9CEC-15DBBD2AB89C}">
      <dsp:nvSpPr>
        <dsp:cNvPr id="0" name=""/>
        <dsp:cNvSpPr/>
      </dsp:nvSpPr>
      <dsp:spPr>
        <a:xfrm>
          <a:off x="7818777" y="2842"/>
          <a:ext cx="3016715" cy="1810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 kern="120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Urna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justo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aenean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aliquet</a:t>
          </a:r>
          <a:r>
            <a:rPr lang="en-GB" sz="1000" kern="1200">
              <a:solidFill>
                <a:schemeClr val="bg1"/>
              </a:solidFill>
            </a:rPr>
            <a:t> in </a:t>
          </a:r>
          <a:r>
            <a:rPr lang="en-GB" sz="1000" kern="1200" err="1">
              <a:solidFill>
                <a:schemeClr val="bg1"/>
              </a:solidFill>
            </a:rPr>
            <a:t>eleifend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venenatis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dapibus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montes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natoque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Rutrum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leo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iaculis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tincidunt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habitasse</a:t>
          </a:r>
          <a:r>
            <a:rPr lang="en-GB" sz="1000" kern="1200">
              <a:solidFill>
                <a:schemeClr val="bg1"/>
              </a:solidFill>
            </a:rPr>
            <a:t>. </a:t>
          </a:r>
          <a:endParaRPr lang="en-GB" sz="1000" kern="1200"/>
        </a:p>
      </dsp:txBody>
      <dsp:txXfrm>
        <a:off x="7907135" y="91200"/>
        <a:ext cx="2839999" cy="1633313"/>
      </dsp:txXfrm>
    </dsp:sp>
    <dsp:sp modelId="{B8EBB72A-E3F1-9B46-9AC7-4EDD670D6F76}">
      <dsp:nvSpPr>
        <dsp:cNvPr id="0" name=""/>
        <dsp:cNvSpPr/>
      </dsp:nvSpPr>
      <dsp:spPr>
        <a:xfrm>
          <a:off x="3412572" y="3366010"/>
          <a:ext cx="6632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244" y="45720"/>
              </a:lnTo>
            </a:path>
          </a:pathLst>
        </a:custGeom>
        <a:noFill/>
        <a:ln w="12700" cap="flat" cmpd="sng" algn="ctr">
          <a:solidFill>
            <a:schemeClr val="tx2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726849" y="3408261"/>
        <a:ext cx="34692" cy="6938"/>
      </dsp:txXfrm>
    </dsp:sp>
    <dsp:sp modelId="{62F186B0-E364-2F41-9A2B-AC896B7C226F}">
      <dsp:nvSpPr>
        <dsp:cNvPr id="0" name=""/>
        <dsp:cNvSpPr/>
      </dsp:nvSpPr>
      <dsp:spPr>
        <a:xfrm>
          <a:off x="397657" y="2506716"/>
          <a:ext cx="3016715" cy="1810029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6400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 kern="120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Urna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justo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aenean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aliquet</a:t>
          </a:r>
          <a:r>
            <a:rPr lang="en-GB" sz="1000" kern="1200">
              <a:solidFill>
                <a:schemeClr val="bg1"/>
              </a:solidFill>
            </a:rPr>
            <a:t> in </a:t>
          </a:r>
          <a:r>
            <a:rPr lang="en-GB" sz="1000" kern="1200" err="1">
              <a:solidFill>
                <a:schemeClr val="bg1"/>
              </a:solidFill>
            </a:rPr>
            <a:t>eleifend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venenatis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dapibus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montes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natoque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Rutrum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leo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iaculis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tincidunt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habitasse</a:t>
          </a:r>
          <a:r>
            <a:rPr lang="en-GB" sz="1000" kern="1200">
              <a:solidFill>
                <a:schemeClr val="bg1"/>
              </a:solidFill>
            </a:rPr>
            <a:t>. </a:t>
          </a:r>
          <a:endParaRPr lang="en-GB" sz="1000" kern="1200"/>
        </a:p>
      </dsp:txBody>
      <dsp:txXfrm>
        <a:off x="486015" y="2595074"/>
        <a:ext cx="2839999" cy="1633313"/>
      </dsp:txXfrm>
    </dsp:sp>
    <dsp:sp modelId="{604F1F04-1D27-BC4A-8B0D-35C8AB76F97B}">
      <dsp:nvSpPr>
        <dsp:cNvPr id="0" name=""/>
        <dsp:cNvSpPr/>
      </dsp:nvSpPr>
      <dsp:spPr>
        <a:xfrm>
          <a:off x="7123132" y="3366010"/>
          <a:ext cx="6632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244" y="45720"/>
              </a:lnTo>
            </a:path>
          </a:pathLst>
        </a:custGeom>
        <a:noFill/>
        <a:ln w="12700" cap="flat" cmpd="sng" algn="ctr">
          <a:solidFill>
            <a:schemeClr val="tx2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437408" y="3408261"/>
        <a:ext cx="34692" cy="6938"/>
      </dsp:txXfrm>
    </dsp:sp>
    <dsp:sp modelId="{81F43220-F253-8F4D-8D94-2E1F6B24D37B}">
      <dsp:nvSpPr>
        <dsp:cNvPr id="0" name=""/>
        <dsp:cNvSpPr/>
      </dsp:nvSpPr>
      <dsp:spPr>
        <a:xfrm>
          <a:off x="4108217" y="2506716"/>
          <a:ext cx="3016715" cy="1810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 kern="120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Urna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justo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aenean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aliquet</a:t>
          </a:r>
          <a:r>
            <a:rPr lang="en-GB" sz="1000" kern="1200">
              <a:solidFill>
                <a:schemeClr val="bg1"/>
              </a:solidFill>
            </a:rPr>
            <a:t> in </a:t>
          </a:r>
          <a:r>
            <a:rPr lang="en-GB" sz="1000" kern="1200" err="1">
              <a:solidFill>
                <a:schemeClr val="bg1"/>
              </a:solidFill>
            </a:rPr>
            <a:t>eleifend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venenatis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dapibus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montes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natoque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Rutrum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leo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iaculis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tincidunt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habitasse</a:t>
          </a:r>
          <a:r>
            <a:rPr lang="en-GB" sz="1000" kern="1200">
              <a:solidFill>
                <a:schemeClr val="bg1"/>
              </a:solidFill>
            </a:rPr>
            <a:t>. </a:t>
          </a:r>
          <a:endParaRPr lang="en-GB" sz="1000" kern="1200"/>
        </a:p>
      </dsp:txBody>
      <dsp:txXfrm>
        <a:off x="4196575" y="2595074"/>
        <a:ext cx="2839999" cy="1633313"/>
      </dsp:txXfrm>
    </dsp:sp>
    <dsp:sp modelId="{8CA940D0-749E-FE47-987D-F91E95FF4458}">
      <dsp:nvSpPr>
        <dsp:cNvPr id="0" name=""/>
        <dsp:cNvSpPr/>
      </dsp:nvSpPr>
      <dsp:spPr>
        <a:xfrm>
          <a:off x="7818777" y="2506716"/>
          <a:ext cx="3016715" cy="1810029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Lorem ipsum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odor</a:t>
          </a:r>
          <a:r>
            <a:rPr lang="en-GB" sz="1200" b="0" i="0" kern="1200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 </a:t>
          </a:r>
          <a:r>
            <a:rPr lang="en-GB" sz="1200" b="0" i="0" kern="1200" err="1">
              <a:solidFill>
                <a:schemeClr val="bg1"/>
              </a:solidFill>
              <a:latin typeface="Poppins" pitchFamily="2" charset="77"/>
              <a:cs typeface="Poppins" pitchFamily="2" charset="77"/>
            </a:rPr>
            <a:t>amet</a:t>
          </a:r>
          <a:endParaRPr lang="en-GB" sz="1200" b="0" i="0" kern="1200">
            <a:solidFill>
              <a:schemeClr val="bg1"/>
            </a:solidFill>
            <a:latin typeface="Poppins" pitchFamily="2" charset="77"/>
            <a:cs typeface="Poppins" pitchFamily="2" charset="77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Urna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justo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aenean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aliquet</a:t>
          </a:r>
          <a:r>
            <a:rPr lang="en-GB" sz="1000" kern="1200">
              <a:solidFill>
                <a:schemeClr val="bg1"/>
              </a:solidFill>
            </a:rPr>
            <a:t> in </a:t>
          </a:r>
          <a:r>
            <a:rPr lang="en-GB" sz="1000" kern="1200" err="1">
              <a:solidFill>
                <a:schemeClr val="bg1"/>
              </a:solidFill>
            </a:rPr>
            <a:t>eleifend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venenatis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dapibus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montes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natoque</a:t>
          </a:r>
          <a:r>
            <a:rPr lang="en-GB" sz="1000" kern="1200">
              <a:solidFill>
                <a:schemeClr val="bg1"/>
              </a:solidFill>
            </a:rPr>
            <a:t>. </a:t>
          </a:r>
          <a:r>
            <a:rPr lang="en-GB" sz="1000" kern="1200" err="1">
              <a:solidFill>
                <a:schemeClr val="bg1"/>
              </a:solidFill>
            </a:rPr>
            <a:t>Rutrum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leo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facilisis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iaculis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tincidunt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habitasse</a:t>
          </a:r>
          <a:r>
            <a:rPr lang="en-GB" sz="1000" kern="1200">
              <a:solidFill>
                <a:schemeClr val="bg1"/>
              </a:solidFill>
            </a:rPr>
            <a:t>. </a:t>
          </a:r>
          <a:endParaRPr lang="en-GB" sz="1000" kern="1200"/>
        </a:p>
      </dsp:txBody>
      <dsp:txXfrm>
        <a:off x="7907135" y="2595074"/>
        <a:ext cx="2839999" cy="16333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AB487-B157-2A4E-9F2E-16A3D89D5DAD}">
      <dsp:nvSpPr>
        <dsp:cNvPr id="0" name=""/>
        <dsp:cNvSpPr/>
      </dsp:nvSpPr>
      <dsp:spPr>
        <a:xfrm>
          <a:off x="1087960" y="460897"/>
          <a:ext cx="2275781" cy="2275781"/>
        </a:xfrm>
        <a:prstGeom prst="pieWedge">
          <a:avLst/>
        </a:prstGeom>
        <a:noFill/>
        <a:ln w="158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432000" bIns="43200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solidFill>
                <a:schemeClr val="bg1"/>
              </a:solidFill>
            </a:rPr>
            <a:t>Lorem ipsum </a:t>
          </a:r>
          <a:r>
            <a:rPr lang="en-GB" sz="1100" kern="1200" err="1">
              <a:solidFill>
                <a:schemeClr val="bg1"/>
              </a:solidFill>
            </a:rPr>
            <a:t>odor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amet</a:t>
          </a:r>
          <a:r>
            <a:rPr lang="en-GB" sz="1100" kern="1200">
              <a:solidFill>
                <a:schemeClr val="bg1"/>
              </a:solidFill>
            </a:rPr>
            <a:t>, </a:t>
          </a:r>
          <a:r>
            <a:rPr lang="en-GB" sz="1100" kern="1200" err="1">
              <a:solidFill>
                <a:schemeClr val="bg1"/>
              </a:solidFill>
            </a:rPr>
            <a:t>consectetuer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adipiscing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elit</a:t>
          </a:r>
          <a:r>
            <a:rPr lang="en-GB" sz="1100" kern="1200">
              <a:solidFill>
                <a:schemeClr val="bg1"/>
              </a:solidFill>
            </a:rPr>
            <a:t>.</a:t>
          </a:r>
        </a:p>
      </dsp:txBody>
      <dsp:txXfrm>
        <a:off x="1754521" y="1127458"/>
        <a:ext cx="1609220" cy="1609220"/>
      </dsp:txXfrm>
    </dsp:sp>
    <dsp:sp modelId="{03BA4907-A4AE-3549-AF29-315DEA8B021C}">
      <dsp:nvSpPr>
        <dsp:cNvPr id="0" name=""/>
        <dsp:cNvSpPr/>
      </dsp:nvSpPr>
      <dsp:spPr>
        <a:xfrm rot="5400000">
          <a:off x="3468858" y="460897"/>
          <a:ext cx="2275781" cy="2275781"/>
        </a:xfrm>
        <a:prstGeom prst="pieWedge">
          <a:avLst/>
        </a:prstGeom>
        <a:noFill/>
        <a:ln w="158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2000" tIns="0" rIns="0" bIns="43200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solidFill>
                <a:schemeClr val="bg1"/>
              </a:solidFill>
            </a:rPr>
            <a:t>Lorem ipsum </a:t>
          </a:r>
          <a:r>
            <a:rPr lang="en-GB" sz="1100" kern="1200" err="1">
              <a:solidFill>
                <a:schemeClr val="bg1"/>
              </a:solidFill>
            </a:rPr>
            <a:t>odor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amet</a:t>
          </a:r>
          <a:r>
            <a:rPr lang="en-GB" sz="1100" kern="1200">
              <a:solidFill>
                <a:schemeClr val="bg1"/>
              </a:solidFill>
            </a:rPr>
            <a:t>, </a:t>
          </a:r>
          <a:r>
            <a:rPr lang="en-GB" sz="1100" kern="1200" err="1">
              <a:solidFill>
                <a:schemeClr val="bg1"/>
              </a:solidFill>
            </a:rPr>
            <a:t>consectetuer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adipiscing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elit</a:t>
          </a:r>
          <a:r>
            <a:rPr lang="en-GB" sz="1100" kern="1200">
              <a:solidFill>
                <a:schemeClr val="bg1"/>
              </a:solidFill>
            </a:rPr>
            <a:t>.</a:t>
          </a:r>
        </a:p>
      </dsp:txBody>
      <dsp:txXfrm rot="-5400000">
        <a:off x="3468858" y="1127458"/>
        <a:ext cx="1609220" cy="1609220"/>
      </dsp:txXfrm>
    </dsp:sp>
    <dsp:sp modelId="{6AA57F82-2646-5B49-81FD-F345147CB6C5}">
      <dsp:nvSpPr>
        <dsp:cNvPr id="0" name=""/>
        <dsp:cNvSpPr/>
      </dsp:nvSpPr>
      <dsp:spPr>
        <a:xfrm rot="10800000">
          <a:off x="3468858" y="2841795"/>
          <a:ext cx="2275781" cy="2275781"/>
        </a:xfrm>
        <a:prstGeom prst="pieWedge">
          <a:avLst/>
        </a:prstGeom>
        <a:noFill/>
        <a:ln w="158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2000" tIns="43200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solidFill>
                <a:schemeClr val="bg1"/>
              </a:solidFill>
            </a:rPr>
            <a:t>Lorem ipsum </a:t>
          </a:r>
          <a:r>
            <a:rPr lang="en-GB" sz="1100" kern="1200" err="1">
              <a:solidFill>
                <a:schemeClr val="bg1"/>
              </a:solidFill>
            </a:rPr>
            <a:t>odor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amet</a:t>
          </a:r>
          <a:r>
            <a:rPr lang="en-GB" sz="1100" kern="1200">
              <a:solidFill>
                <a:schemeClr val="bg1"/>
              </a:solidFill>
            </a:rPr>
            <a:t>, </a:t>
          </a:r>
          <a:r>
            <a:rPr lang="en-GB" sz="1100" kern="1200" err="1">
              <a:solidFill>
                <a:schemeClr val="bg1"/>
              </a:solidFill>
            </a:rPr>
            <a:t>consectetuer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adipiscing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elit</a:t>
          </a:r>
          <a:r>
            <a:rPr lang="en-GB" sz="1100" kern="1200">
              <a:solidFill>
                <a:schemeClr val="bg1"/>
              </a:solidFill>
            </a:rPr>
            <a:t>.</a:t>
          </a:r>
        </a:p>
      </dsp:txBody>
      <dsp:txXfrm rot="10800000">
        <a:off x="3468858" y="2841795"/>
        <a:ext cx="1609220" cy="1609220"/>
      </dsp:txXfrm>
    </dsp:sp>
    <dsp:sp modelId="{C050FFD0-81D0-DC4C-BBE1-9ACF1F1DC3E1}">
      <dsp:nvSpPr>
        <dsp:cNvPr id="0" name=""/>
        <dsp:cNvSpPr/>
      </dsp:nvSpPr>
      <dsp:spPr>
        <a:xfrm rot="16200000">
          <a:off x="1087960" y="2841795"/>
          <a:ext cx="2275781" cy="2275781"/>
        </a:xfrm>
        <a:prstGeom prst="pieWedge">
          <a:avLst/>
        </a:prstGeom>
        <a:noFill/>
        <a:ln w="158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32000" rIns="4320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solidFill>
                <a:schemeClr val="bg1"/>
              </a:solidFill>
            </a:rPr>
            <a:t>Lorem ipsum </a:t>
          </a:r>
          <a:r>
            <a:rPr lang="en-GB" sz="1100" kern="1200" err="1">
              <a:solidFill>
                <a:schemeClr val="bg1"/>
              </a:solidFill>
            </a:rPr>
            <a:t>odor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amet</a:t>
          </a:r>
          <a:r>
            <a:rPr lang="en-GB" sz="1100" kern="1200">
              <a:solidFill>
                <a:schemeClr val="bg1"/>
              </a:solidFill>
            </a:rPr>
            <a:t>, </a:t>
          </a:r>
          <a:r>
            <a:rPr lang="en-GB" sz="1100" kern="1200" err="1">
              <a:solidFill>
                <a:schemeClr val="bg1"/>
              </a:solidFill>
            </a:rPr>
            <a:t>consectetuer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adipiscing</a:t>
          </a:r>
          <a:r>
            <a:rPr lang="en-GB" sz="1100" kern="1200">
              <a:solidFill>
                <a:schemeClr val="bg1"/>
              </a:solidFill>
            </a:rPr>
            <a:t> </a:t>
          </a:r>
          <a:r>
            <a:rPr lang="en-GB" sz="1100" kern="1200" err="1">
              <a:solidFill>
                <a:schemeClr val="bg1"/>
              </a:solidFill>
            </a:rPr>
            <a:t>elit</a:t>
          </a:r>
          <a:r>
            <a:rPr lang="en-GB" sz="1100" kern="1200">
              <a:solidFill>
                <a:schemeClr val="bg1"/>
              </a:solidFill>
            </a:rPr>
            <a:t>.</a:t>
          </a:r>
        </a:p>
      </dsp:txBody>
      <dsp:txXfrm rot="5400000">
        <a:off x="1754521" y="2841795"/>
        <a:ext cx="1609220" cy="1609220"/>
      </dsp:txXfrm>
    </dsp:sp>
    <dsp:sp modelId="{E7575DDA-08D0-B242-A07E-A8E8B657BFCB}">
      <dsp:nvSpPr>
        <dsp:cNvPr id="0" name=""/>
        <dsp:cNvSpPr/>
      </dsp:nvSpPr>
      <dsp:spPr>
        <a:xfrm>
          <a:off x="3023425" y="2316211"/>
          <a:ext cx="785749" cy="683260"/>
        </a:xfrm>
        <a:prstGeom prst="circularArrow">
          <a:avLst/>
        </a:prstGeom>
        <a:solidFill>
          <a:srgbClr val="F3F7F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C8888-3D76-6D47-A4A8-226F4AFE3076}">
      <dsp:nvSpPr>
        <dsp:cNvPr id="0" name=""/>
        <dsp:cNvSpPr/>
      </dsp:nvSpPr>
      <dsp:spPr>
        <a:xfrm rot="10800000">
          <a:off x="3023425" y="2579003"/>
          <a:ext cx="785749" cy="683260"/>
        </a:xfrm>
        <a:prstGeom prst="circularArrow">
          <a:avLst/>
        </a:prstGeom>
        <a:solidFill>
          <a:srgbClr val="F3F7F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7F60D-66D6-7F42-A06B-07212F4F653F}">
      <dsp:nvSpPr>
        <dsp:cNvPr id="0" name=""/>
        <dsp:cNvSpPr/>
      </dsp:nvSpPr>
      <dsp:spPr>
        <a:xfrm>
          <a:off x="996201" y="657270"/>
          <a:ext cx="2083841" cy="2083841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0" tIns="71120" rIns="432000" bIns="5760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>
              <a:solidFill>
                <a:schemeClr val="bg1"/>
              </a:solidFill>
            </a:rPr>
            <a:t>Lorem ipsum </a:t>
          </a:r>
          <a:r>
            <a:rPr lang="en-GB" sz="1000" kern="1200" err="1">
              <a:solidFill>
                <a:schemeClr val="bg1"/>
              </a:solidFill>
            </a:rPr>
            <a:t>odor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amet</a:t>
          </a:r>
          <a:r>
            <a:rPr lang="en-GB" sz="1000" kern="1200">
              <a:solidFill>
                <a:schemeClr val="bg1"/>
              </a:solidFill>
            </a:rPr>
            <a:t>, </a:t>
          </a: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</a:t>
          </a:r>
          <a:endParaRPr lang="en-GB" sz="1000" kern="1200"/>
        </a:p>
      </dsp:txBody>
      <dsp:txXfrm>
        <a:off x="1606544" y="1267613"/>
        <a:ext cx="1473498" cy="1473498"/>
      </dsp:txXfrm>
    </dsp:sp>
    <dsp:sp modelId="{A18465AB-59F9-524E-ACB6-6020A13581E1}">
      <dsp:nvSpPr>
        <dsp:cNvPr id="0" name=""/>
        <dsp:cNvSpPr/>
      </dsp:nvSpPr>
      <dsp:spPr>
        <a:xfrm rot="5400000">
          <a:off x="3176294" y="657270"/>
          <a:ext cx="2083841" cy="2083841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2000" tIns="71120" rIns="71120" bIns="5760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>
              <a:solidFill>
                <a:schemeClr val="bg1"/>
              </a:solidFill>
            </a:rPr>
            <a:t>Lorem ipsum </a:t>
          </a:r>
          <a:r>
            <a:rPr lang="en-GB" sz="1000" kern="1200" err="1">
              <a:solidFill>
                <a:schemeClr val="bg1"/>
              </a:solidFill>
            </a:rPr>
            <a:t>odor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amet</a:t>
          </a:r>
          <a:r>
            <a:rPr lang="en-GB" sz="1000" kern="1200">
              <a:solidFill>
                <a:schemeClr val="bg1"/>
              </a:solidFill>
            </a:rPr>
            <a:t>, </a:t>
          </a: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</a:t>
          </a:r>
          <a:endParaRPr lang="en-GB" sz="1000" kern="1200"/>
        </a:p>
      </dsp:txBody>
      <dsp:txXfrm rot="-5400000">
        <a:off x="3176294" y="1267613"/>
        <a:ext cx="1473498" cy="1473498"/>
      </dsp:txXfrm>
    </dsp:sp>
    <dsp:sp modelId="{CAE36EB8-F028-F44C-B529-3F3729AD7F93}">
      <dsp:nvSpPr>
        <dsp:cNvPr id="0" name=""/>
        <dsp:cNvSpPr/>
      </dsp:nvSpPr>
      <dsp:spPr>
        <a:xfrm rot="10800000">
          <a:off x="3176294" y="2837363"/>
          <a:ext cx="2083841" cy="2083841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000" tIns="54000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>
              <a:solidFill>
                <a:schemeClr val="bg1"/>
              </a:solidFill>
            </a:rPr>
            <a:t>Lorem ipsum </a:t>
          </a:r>
          <a:r>
            <a:rPr lang="en-GB" sz="1000" kern="1200" err="1">
              <a:solidFill>
                <a:schemeClr val="bg1"/>
              </a:solidFill>
            </a:rPr>
            <a:t>odor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amet</a:t>
          </a:r>
          <a:r>
            <a:rPr lang="en-GB" sz="1000" kern="1200">
              <a:solidFill>
                <a:schemeClr val="bg1"/>
              </a:solidFill>
            </a:rPr>
            <a:t>, </a:t>
          </a: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</a:t>
          </a:r>
          <a:endParaRPr lang="en-GB" sz="1000" kern="1200"/>
        </a:p>
      </dsp:txBody>
      <dsp:txXfrm rot="10800000">
        <a:off x="3176294" y="2837363"/>
        <a:ext cx="1473498" cy="1473498"/>
      </dsp:txXfrm>
    </dsp:sp>
    <dsp:sp modelId="{4F32D19C-29CF-FE4D-80AE-4F796BDB1168}">
      <dsp:nvSpPr>
        <dsp:cNvPr id="0" name=""/>
        <dsp:cNvSpPr/>
      </dsp:nvSpPr>
      <dsp:spPr>
        <a:xfrm rot="16200000">
          <a:off x="996201" y="2837363"/>
          <a:ext cx="2083841" cy="2083841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576000" rIns="2880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>
              <a:solidFill>
                <a:schemeClr val="bg1"/>
              </a:solidFill>
            </a:rPr>
            <a:t>Lorem ipsum </a:t>
          </a:r>
          <a:r>
            <a:rPr lang="en-GB" sz="1000" kern="1200" err="1">
              <a:solidFill>
                <a:schemeClr val="bg1"/>
              </a:solidFill>
            </a:rPr>
            <a:t>odor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amet</a:t>
          </a:r>
          <a:r>
            <a:rPr lang="en-GB" sz="1000" kern="1200">
              <a:solidFill>
                <a:schemeClr val="bg1"/>
              </a:solidFill>
            </a:rPr>
            <a:t>, </a:t>
          </a:r>
          <a:r>
            <a:rPr lang="en-GB" sz="1000" kern="1200" err="1">
              <a:solidFill>
                <a:schemeClr val="bg1"/>
              </a:solidFill>
            </a:rPr>
            <a:t>consectetuer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adipiscing</a:t>
          </a:r>
          <a:r>
            <a:rPr lang="en-GB" sz="1000" kern="1200">
              <a:solidFill>
                <a:schemeClr val="bg1"/>
              </a:solidFill>
            </a:rPr>
            <a:t> </a:t>
          </a:r>
          <a:r>
            <a:rPr lang="en-GB" sz="1000" kern="1200" err="1">
              <a:solidFill>
                <a:schemeClr val="bg1"/>
              </a:solidFill>
            </a:rPr>
            <a:t>elit</a:t>
          </a:r>
          <a:r>
            <a:rPr lang="en-GB" sz="1000" kern="1200">
              <a:solidFill>
                <a:schemeClr val="bg1"/>
              </a:solidFill>
            </a:rPr>
            <a:t>.</a:t>
          </a:r>
          <a:endParaRPr lang="en-GB" sz="1000" kern="1200"/>
        </a:p>
      </dsp:txBody>
      <dsp:txXfrm rot="5400000">
        <a:off x="1606544" y="2837363"/>
        <a:ext cx="1473498" cy="1473498"/>
      </dsp:txXfrm>
    </dsp:sp>
    <dsp:sp modelId="{B3090249-67DF-3A48-8336-86971A1CD28D}">
      <dsp:nvSpPr>
        <dsp:cNvPr id="0" name=""/>
        <dsp:cNvSpPr/>
      </dsp:nvSpPr>
      <dsp:spPr>
        <a:xfrm>
          <a:off x="2768429" y="2356106"/>
          <a:ext cx="719478" cy="625633"/>
        </a:xfrm>
        <a:prstGeom prst="circularArrow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C36FC-9E9F-E74F-895E-1AB122C654CE}">
      <dsp:nvSpPr>
        <dsp:cNvPr id="0" name=""/>
        <dsp:cNvSpPr/>
      </dsp:nvSpPr>
      <dsp:spPr>
        <a:xfrm rot="10800000">
          <a:off x="2768429" y="2533364"/>
          <a:ext cx="719478" cy="625633"/>
        </a:xfrm>
        <a:prstGeom prst="circularArrow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 Light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 Light" pitchFamily="2" charset="77"/>
              </a:defRPr>
            </a:lvl1pPr>
          </a:lstStyle>
          <a:p>
            <a:fld id="{3A03440E-6C5E-8E45-9FC2-2686245739FE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 Light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 Light" pitchFamily="2" charset="77"/>
              </a:defRPr>
            </a:lvl1pPr>
          </a:lstStyle>
          <a:p>
            <a:fld id="{5B93C88D-D1AE-5447-927D-A0BE90EF36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1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oppins Light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oppins Light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oppins Light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oppins Light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oppins Light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3C88D-D1AE-5447-927D-A0BE90EF365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31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3C88D-D1AE-5447-927D-A0BE90EF365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9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3C88D-D1AE-5447-927D-A0BE90EF365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72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3C88D-D1AE-5447-927D-A0BE90EF365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14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3C88D-D1AE-5447-927D-A0BE90EF365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54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3C88D-D1AE-5447-927D-A0BE90EF365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2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3C88D-D1AE-5447-927D-A0BE90EF365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02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3C88D-D1AE-5447-927D-A0BE90EF365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2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Title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1C93C5-DA69-85A7-F4B1-6993C5753F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800" y="466472"/>
            <a:ext cx="1818312" cy="191205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8908F779-6931-9967-6BB0-C13B981D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99" y="4093244"/>
            <a:ext cx="5416919" cy="81280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C459633-2EA3-81C8-1AE9-78C4BB3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2420866"/>
            <a:ext cx="5416919" cy="1437312"/>
          </a:xfrm>
        </p:spPr>
        <p:txBody>
          <a:bodyPr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CE0FF438-CB27-3D76-1762-705DDEA13B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000250"/>
            <a:ext cx="3977476" cy="185550"/>
          </a:xfrm>
        </p:spPr>
        <p:txBody>
          <a:bodyPr/>
          <a:lstStyle>
            <a:lvl1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PREPARED FOR [CUSTOMER NAME]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lvl="4"/>
            <a:endParaRPr lang="en-US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0B0A509-7381-FB9B-89BC-B7313287BE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2799" y="5724886"/>
            <a:ext cx="3977476" cy="185550"/>
          </a:xfrm>
        </p:spPr>
        <p:txBody>
          <a:bodyPr/>
          <a:lstStyle>
            <a:lvl1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[DATE]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lvl="4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1057893-2378-228D-515E-243BB3842D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3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-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935548E-0A86-514C-930F-EAE7D57B9E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6200000"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77E56BA-A137-5F05-85A7-CA22C330B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99" y="4093244"/>
            <a:ext cx="5416919" cy="81280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6A8382-14D2-1A4F-3615-A7281907B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2420866"/>
            <a:ext cx="5416919" cy="1437312"/>
          </a:xfrm>
        </p:spPr>
        <p:txBody>
          <a:bodyPr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5270C8-9227-628E-541F-2A69971683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466472"/>
            <a:ext cx="1818312" cy="191205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7C85A57-1B8B-BD71-C89B-CC7066CD5B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000250"/>
            <a:ext cx="3977476" cy="185550"/>
          </a:xfrm>
        </p:spPr>
        <p:txBody>
          <a:bodyPr/>
          <a:lstStyle>
            <a:lvl1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3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PREPARED FOR [CUSTOMER NAME]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lvl="4"/>
            <a:endParaRPr lang="en-US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17934E2D-8E58-0C17-3BF8-67C9121D86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2799" y="5724886"/>
            <a:ext cx="3977476" cy="185550"/>
          </a:xfrm>
        </p:spPr>
        <p:txBody>
          <a:bodyPr/>
          <a:lstStyle>
            <a:lvl1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3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[DATE]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42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7E56BA-A137-5F05-85A7-CA22C330B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99" y="4093244"/>
            <a:ext cx="5416919" cy="81280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6A8382-14D2-1A4F-3615-A7281907B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2420866"/>
            <a:ext cx="5416919" cy="1437312"/>
          </a:xfr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5270C8-9227-628E-541F-2A6997168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800" y="466472"/>
            <a:ext cx="1818312" cy="1912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EC12B5-FCA4-73EF-ABCA-4B05B9F4A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97621" y="3271"/>
            <a:ext cx="6833173" cy="6833173"/>
          </a:xfrm>
          <a:prstGeom prst="rect">
            <a:avLst/>
          </a:prstGeom>
        </p:spPr>
      </p:pic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94985F2B-D2BC-AF19-D995-43721B61BE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000250"/>
            <a:ext cx="3977476" cy="185550"/>
          </a:xfrm>
        </p:spPr>
        <p:txBody>
          <a:bodyPr/>
          <a:lstStyle>
            <a:lvl1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PREPARED FOR [CUSTOMER NAME]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lvl="4"/>
            <a:endParaRPr lang="en-US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53097CF3-9205-2AFE-993A-BF408F5F8E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2799" y="5724886"/>
            <a:ext cx="3977476" cy="185550"/>
          </a:xfrm>
        </p:spPr>
        <p:txBody>
          <a:bodyPr/>
          <a:lstStyle>
            <a:lvl1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[DATE]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lvl="4"/>
            <a:endParaRPr lang="en-US"/>
          </a:p>
        </p:txBody>
      </p:sp>
      <p:pic>
        <p:nvPicPr>
          <p:cNvPr id="7" name="Graphic 8">
            <a:extLst>
              <a:ext uri="{FF2B5EF4-FFF2-40B4-BE49-F238E27FC236}">
                <a16:creationId xmlns:a16="http://schemas.microsoft.com/office/drawing/2014/main" id="{F1550C50-A2CA-1FE9-9F37-C654615A0C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4820" y="1403998"/>
            <a:ext cx="2292342" cy="24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02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u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ECF2032-6754-19D7-F5C0-6D8888A7439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5618" y="0"/>
            <a:ext cx="5956382" cy="6858000"/>
          </a:xfrm>
          <a:solidFill>
            <a:schemeClr val="accent4"/>
          </a:solidFill>
        </p:spPr>
        <p:txBody>
          <a:bodyPr tIns="720000"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E56BA-A137-5F05-85A7-CA22C330B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4692072"/>
            <a:ext cx="4680000" cy="812802"/>
          </a:xfrm>
        </p:spPr>
        <p:txBody>
          <a:bodyPr/>
          <a:lstStyle>
            <a:lvl1pPr marL="0" indent="0" algn="l">
              <a:buNone/>
              <a:defRPr sz="1800">
                <a:solidFill>
                  <a:srgbClr val="7E85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6A8382-14D2-1A4F-3615-A7281907B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2073708"/>
            <a:ext cx="4680000" cy="2387600"/>
          </a:xfr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B391F808-DE14-0A65-4BC0-0C7602635E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4820" y="1403998"/>
            <a:ext cx="2292342" cy="2410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7615E0-1D0C-792F-BFFC-52DB96B3AC98}"/>
              </a:ext>
            </a:extLst>
          </p:cNvPr>
          <p:cNvSpPr/>
          <p:nvPr userDrawn="1"/>
        </p:nvSpPr>
        <p:spPr>
          <a:xfrm>
            <a:off x="6147128" y="0"/>
            <a:ext cx="884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- Blue +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909057-D65D-015E-EFD6-146C01EBE3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0365"/>
          <a:stretch>
            <a:fillRect/>
          </a:stretch>
        </p:blipFill>
        <p:spPr>
          <a:xfrm rot="5400000">
            <a:off x="-355436" y="355436"/>
            <a:ext cx="6858000" cy="6147128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ECF2032-6754-19D7-F5C0-6D8888A7439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5618" y="0"/>
            <a:ext cx="5956382" cy="6858000"/>
          </a:xfrm>
          <a:solidFill>
            <a:schemeClr val="accent4"/>
          </a:solidFill>
        </p:spPr>
        <p:txBody>
          <a:bodyPr tIns="720000"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E56BA-A137-5F05-85A7-CA22C330B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4692072"/>
            <a:ext cx="4680000" cy="81280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6A8382-14D2-1A4F-3615-A7281907B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2073708"/>
            <a:ext cx="4680000" cy="2387600"/>
          </a:xfrm>
        </p:spPr>
        <p:txBody>
          <a:bodyPr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4DDC58-0510-410E-C79E-6B5CCF49A6FB}"/>
              </a:ext>
            </a:extLst>
          </p:cNvPr>
          <p:cNvSpPr/>
          <p:nvPr userDrawn="1"/>
        </p:nvSpPr>
        <p:spPr>
          <a:xfrm>
            <a:off x="6147128" y="0"/>
            <a:ext cx="8849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A5E80-508B-E830-9E3E-AD95CA0D8C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2854" y="1433966"/>
            <a:ext cx="2158120" cy="22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31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To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-side Corner of Rectangle 9">
            <a:extLst>
              <a:ext uri="{FF2B5EF4-FFF2-40B4-BE49-F238E27FC236}">
                <a16:creationId xmlns:a16="http://schemas.microsoft.com/office/drawing/2014/main" id="{0E65A233-2899-7A97-C9EC-2444E555506E}"/>
              </a:ext>
            </a:extLst>
          </p:cNvPr>
          <p:cNvSpPr/>
          <p:nvPr userDrawn="1"/>
        </p:nvSpPr>
        <p:spPr>
          <a:xfrm rot="10800000">
            <a:off x="0" y="81611"/>
            <a:ext cx="12204000" cy="4559968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 Same-side Corner of Rectangle 9">
            <a:extLst>
              <a:ext uri="{FF2B5EF4-FFF2-40B4-BE49-F238E27FC236}">
                <a16:creationId xmlns:a16="http://schemas.microsoft.com/office/drawing/2014/main" id="{B8A70048-6B87-6891-6E0E-44AF3E08A5EB}"/>
              </a:ext>
            </a:extLst>
          </p:cNvPr>
          <p:cNvSpPr/>
          <p:nvPr/>
        </p:nvSpPr>
        <p:spPr>
          <a:xfrm rot="10800000">
            <a:off x="0" y="0"/>
            <a:ext cx="12204000" cy="4559968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F6631-3037-4D7C-F694-806EFF2B77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584200"/>
            <a:ext cx="10556240" cy="2213408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E56BA-A137-5F05-85A7-CA22C330B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800" y="3028372"/>
            <a:ext cx="10556240" cy="812802"/>
          </a:xfr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BAB5ABD8-D66E-778F-B9A0-0D77EBF757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800" y="6194323"/>
            <a:ext cx="2408178" cy="25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05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Top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 Same-side Corner of Rectangle 9">
            <a:extLst>
              <a:ext uri="{FF2B5EF4-FFF2-40B4-BE49-F238E27FC236}">
                <a16:creationId xmlns:a16="http://schemas.microsoft.com/office/drawing/2014/main" id="{2AE11194-8A63-DFD9-898C-1219E1201898}"/>
              </a:ext>
            </a:extLst>
          </p:cNvPr>
          <p:cNvSpPr/>
          <p:nvPr userDrawn="1"/>
        </p:nvSpPr>
        <p:spPr>
          <a:xfrm rot="10800000">
            <a:off x="0" y="81611"/>
            <a:ext cx="12204000" cy="4559968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7AE207-C9B8-706A-65E9-91AA202592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0" y="0"/>
            <a:ext cx="12140545" cy="4559969"/>
          </a:xfrm>
          <a:prstGeom prst="round2Same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4F6631-3037-4D7C-F694-806EFF2B77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584200"/>
            <a:ext cx="10556240" cy="2213408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E56BA-A137-5F05-85A7-CA22C330B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800" y="3028372"/>
            <a:ext cx="10556240" cy="812802"/>
          </a:xfr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BAB5ABD8-D66E-778F-B9A0-0D77EBF757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800" y="6194323"/>
            <a:ext cx="2408178" cy="25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1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Circle Photo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-side Corner of Rectangle 9">
            <a:extLst>
              <a:ext uri="{FF2B5EF4-FFF2-40B4-BE49-F238E27FC236}">
                <a16:creationId xmlns:a16="http://schemas.microsoft.com/office/drawing/2014/main" id="{DB65CFCA-EA53-0C21-1E7D-4BC9890C293D}"/>
              </a:ext>
            </a:extLst>
          </p:cNvPr>
          <p:cNvSpPr/>
          <p:nvPr userDrawn="1"/>
        </p:nvSpPr>
        <p:spPr>
          <a:xfrm rot="10800000">
            <a:off x="2068" y="0"/>
            <a:ext cx="12204000" cy="4559968"/>
          </a:xfrm>
          <a:prstGeom prst="round2Same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828D05-ADE5-B55E-0896-35BDD3CE473B}"/>
              </a:ext>
            </a:extLst>
          </p:cNvPr>
          <p:cNvSpPr/>
          <p:nvPr/>
        </p:nvSpPr>
        <p:spPr>
          <a:xfrm>
            <a:off x="8288593" y="6303342"/>
            <a:ext cx="3814916" cy="459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 Same-side Corner of Rectangle 9">
            <a:extLst>
              <a:ext uri="{FF2B5EF4-FFF2-40B4-BE49-F238E27FC236}">
                <a16:creationId xmlns:a16="http://schemas.microsoft.com/office/drawing/2014/main" id="{A2FA0F55-2A4D-258D-10FF-7F82114DEAF1}"/>
              </a:ext>
            </a:extLst>
          </p:cNvPr>
          <p:cNvSpPr/>
          <p:nvPr userDrawn="1"/>
        </p:nvSpPr>
        <p:spPr>
          <a:xfrm rot="10800000">
            <a:off x="0" y="4559967"/>
            <a:ext cx="12189932" cy="1230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 Same-side Corner of Rectangle 9">
            <a:extLst>
              <a:ext uri="{FF2B5EF4-FFF2-40B4-BE49-F238E27FC236}">
                <a16:creationId xmlns:a16="http://schemas.microsoft.com/office/drawing/2014/main" id="{B8A70048-6B87-6891-6E0E-44AF3E08A5EB}"/>
              </a:ext>
            </a:extLst>
          </p:cNvPr>
          <p:cNvSpPr/>
          <p:nvPr/>
        </p:nvSpPr>
        <p:spPr>
          <a:xfrm rot="10800000">
            <a:off x="2068" y="0"/>
            <a:ext cx="12204000" cy="45599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F6631-3037-4D7C-F694-806EFF2B77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584200"/>
            <a:ext cx="6120000" cy="2213408"/>
          </a:xfr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E56BA-A137-5F05-85A7-CA22C330B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800" y="3028372"/>
            <a:ext cx="6120000" cy="812802"/>
          </a:xfrm>
        </p:spPr>
        <p:txBody>
          <a:bodyPr/>
          <a:lstStyle>
            <a:lvl1pPr marL="0" indent="0" algn="l">
              <a:buNone/>
              <a:defRPr sz="1800" b="0">
                <a:solidFill>
                  <a:srgbClr val="7E85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769F23-75F8-1376-D8EA-87445C40E509}"/>
              </a:ext>
            </a:extLst>
          </p:cNvPr>
          <p:cNvSpPr/>
          <p:nvPr/>
        </p:nvSpPr>
        <p:spPr>
          <a:xfrm>
            <a:off x="7083411" y="1257756"/>
            <a:ext cx="4354034" cy="4354034"/>
          </a:xfrm>
          <a:prstGeom prst="ellipse">
            <a:avLst/>
          </a:prstGeom>
          <a:solidFill>
            <a:schemeClr val="accent4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ildplatzhalter 3">
            <a:extLst>
              <a:ext uri="{FF2B5EF4-FFF2-40B4-BE49-F238E27FC236}">
                <a16:creationId xmlns:a16="http://schemas.microsoft.com/office/drawing/2014/main" id="{5ECDBC50-3FB5-013D-DE00-065EE424EF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17139" y="1380781"/>
            <a:ext cx="4086578" cy="40865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/>
            </a:solidFill>
          </a:ln>
          <a:effectLst>
            <a:outerShdw blurRad="218763" dist="38100" dir="2700000" sx="99096" sy="99096" algn="tl" rotWithShape="0">
              <a:prstClr val="black">
                <a:alpha val="16004"/>
              </a:prstClr>
            </a:outerShdw>
          </a:effectLst>
        </p:spPr>
        <p:txBody>
          <a:bodyPr lIns="0" tIns="720000" rIns="0" bIns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B5A6B9-9893-AF73-90BF-1BD7B77B66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143" y="5543427"/>
            <a:ext cx="2956566" cy="3108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66D6E0-75F8-592C-4BE5-EDF4B0EB832F}"/>
              </a:ext>
            </a:extLst>
          </p:cNvPr>
          <p:cNvSpPr/>
          <p:nvPr userDrawn="1"/>
        </p:nvSpPr>
        <p:spPr>
          <a:xfrm>
            <a:off x="8288593" y="6303342"/>
            <a:ext cx="3814916" cy="459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B85435-C742-C257-20EF-F91CFF98F9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143" y="5543427"/>
            <a:ext cx="2956566" cy="31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0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Circle Photo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3D0641A-5B2F-C922-E782-18FFA2ECF840}"/>
              </a:ext>
            </a:extLst>
          </p:cNvPr>
          <p:cNvSpPr/>
          <p:nvPr userDrawn="1"/>
        </p:nvSpPr>
        <p:spPr>
          <a:xfrm>
            <a:off x="7009010" y="1172652"/>
            <a:ext cx="4502837" cy="4502837"/>
          </a:xfrm>
          <a:prstGeom prst="ellipse">
            <a:avLst/>
          </a:prstGeom>
          <a:solidFill>
            <a:srgbClr val="F3F7FA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-side Corner of Rectangle 9">
            <a:extLst>
              <a:ext uri="{FF2B5EF4-FFF2-40B4-BE49-F238E27FC236}">
                <a16:creationId xmlns:a16="http://schemas.microsoft.com/office/drawing/2014/main" id="{DB65CFCA-EA53-0C21-1E7D-4BC9890C293D}"/>
              </a:ext>
            </a:extLst>
          </p:cNvPr>
          <p:cNvSpPr/>
          <p:nvPr userDrawn="1"/>
        </p:nvSpPr>
        <p:spPr>
          <a:xfrm rot="10800000">
            <a:off x="2068" y="0"/>
            <a:ext cx="12204000" cy="4559968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 Same-side Corner of Rectangle 9">
            <a:extLst>
              <a:ext uri="{FF2B5EF4-FFF2-40B4-BE49-F238E27FC236}">
                <a16:creationId xmlns:a16="http://schemas.microsoft.com/office/drawing/2014/main" id="{DD6E4D48-8D92-0FC4-9E61-05774EE1D489}"/>
              </a:ext>
            </a:extLst>
          </p:cNvPr>
          <p:cNvSpPr/>
          <p:nvPr userDrawn="1"/>
        </p:nvSpPr>
        <p:spPr>
          <a:xfrm rot="10800000">
            <a:off x="-3833" y="4559968"/>
            <a:ext cx="12193763" cy="113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 Same-side Corner of Rectangle 9">
            <a:extLst>
              <a:ext uri="{FF2B5EF4-FFF2-40B4-BE49-F238E27FC236}">
                <a16:creationId xmlns:a16="http://schemas.microsoft.com/office/drawing/2014/main" id="{B8A70048-6B87-6891-6E0E-44AF3E08A5EB}"/>
              </a:ext>
            </a:extLst>
          </p:cNvPr>
          <p:cNvSpPr/>
          <p:nvPr/>
        </p:nvSpPr>
        <p:spPr>
          <a:xfrm rot="10800000">
            <a:off x="-3833" y="0"/>
            <a:ext cx="12204001" cy="45599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F6631-3037-4D7C-F694-806EFF2B77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584200"/>
            <a:ext cx="5694188" cy="2213408"/>
          </a:xfr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E56BA-A137-5F05-85A7-CA22C330B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800" y="3028372"/>
            <a:ext cx="5694188" cy="812802"/>
          </a:xfrm>
        </p:spPr>
        <p:txBody>
          <a:bodyPr/>
          <a:lstStyle>
            <a:lvl1pPr marL="0" indent="0" algn="l">
              <a:buNone/>
              <a:defRPr sz="1800" b="0">
                <a:solidFill>
                  <a:srgbClr val="7E85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769F23-75F8-1376-D8EA-87445C40E509}"/>
              </a:ext>
            </a:extLst>
          </p:cNvPr>
          <p:cNvSpPr/>
          <p:nvPr/>
        </p:nvSpPr>
        <p:spPr>
          <a:xfrm>
            <a:off x="7044117" y="1266254"/>
            <a:ext cx="4432621" cy="44326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ildplatzhalter 3">
            <a:extLst>
              <a:ext uri="{FF2B5EF4-FFF2-40B4-BE49-F238E27FC236}">
                <a16:creationId xmlns:a16="http://schemas.microsoft.com/office/drawing/2014/main" id="{5ECDBC50-3FB5-013D-DE00-065EE424EF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17138" y="1439275"/>
            <a:ext cx="4086578" cy="408657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28575">
            <a:noFill/>
          </a:ln>
          <a:effectLst>
            <a:outerShdw blurRad="218763" dist="38100" dir="2700000" sx="99096" sy="99096" algn="tl" rotWithShape="0">
              <a:prstClr val="black">
                <a:alpha val="16004"/>
              </a:prstClr>
            </a:outerShdw>
          </a:effectLst>
        </p:spPr>
        <p:txBody>
          <a:bodyPr lIns="0" tIns="720000" rIns="0" bIns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B5A6B9-9893-AF73-90BF-1BD7B77B66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143" y="5543427"/>
            <a:ext cx="2956566" cy="310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85435-C742-C257-20EF-F91CFF98F9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143" y="5543427"/>
            <a:ext cx="2956566" cy="31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06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E5FDB-6D73-7492-488A-4D7DE6B21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9150" y="3842700"/>
            <a:ext cx="59245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0D381E6-B25A-3B9A-8D80-8F603F2EDE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150" y="2258376"/>
            <a:ext cx="5899150" cy="1376361"/>
          </a:xfrm>
        </p:spPr>
        <p:txBody>
          <a:bodyPr anchor="b" anchorCtr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divider title style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F35A4-0D89-4406-4FE1-F607286A7B0A}"/>
              </a:ext>
            </a:extLst>
          </p:cNvPr>
          <p:cNvSpPr txBox="1"/>
          <p:nvPr/>
        </p:nvSpPr>
        <p:spPr>
          <a:xfrm>
            <a:off x="3213219" y="407634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0EA31-6291-9A12-A4F6-04C2662BEA49}"/>
              </a:ext>
            </a:extLst>
          </p:cNvPr>
          <p:cNvSpPr txBox="1"/>
          <p:nvPr/>
        </p:nvSpPr>
        <p:spPr>
          <a:xfrm>
            <a:off x="2999574" y="41276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25" name="Graphic 8">
            <a:extLst>
              <a:ext uri="{FF2B5EF4-FFF2-40B4-BE49-F238E27FC236}">
                <a16:creationId xmlns:a16="http://schemas.microsoft.com/office/drawing/2014/main" id="{0AD912B5-9893-524D-003B-03FA310366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150" y="5839812"/>
            <a:ext cx="1652367" cy="17375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6E9209-1E99-9CAB-2F00-E541056FB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556" b="5556"/>
          <a:stretch/>
        </p:blipFill>
        <p:spPr>
          <a:xfrm rot="16200000">
            <a:off x="5626331" y="407407"/>
            <a:ext cx="6858002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10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DB2079B-AD63-1B68-3B2C-2931DD87AB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6200000"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E5FDB-6D73-7492-488A-4D7DE6B21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9150" y="3842700"/>
            <a:ext cx="59245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0D381E6-B25A-3B9A-8D80-8F603F2EDE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150" y="2258376"/>
            <a:ext cx="5899150" cy="1376361"/>
          </a:xfrm>
        </p:spPr>
        <p:txBody>
          <a:bodyPr anchor="b" anchorCtr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divider title style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F35A4-0D89-4406-4FE1-F607286A7B0A}"/>
              </a:ext>
            </a:extLst>
          </p:cNvPr>
          <p:cNvSpPr txBox="1"/>
          <p:nvPr/>
        </p:nvSpPr>
        <p:spPr>
          <a:xfrm>
            <a:off x="3213219" y="407634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0EA31-6291-9A12-A4F6-04C2662BEA49}"/>
              </a:ext>
            </a:extLst>
          </p:cNvPr>
          <p:cNvSpPr txBox="1"/>
          <p:nvPr/>
        </p:nvSpPr>
        <p:spPr>
          <a:xfrm>
            <a:off x="2999574" y="41276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D8CA4BD0-B3AC-E56B-4CC5-F267134E97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150" y="5839812"/>
            <a:ext cx="1652367" cy="1737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FFF1583-524B-1E9B-9484-417BC0DBF62A}"/>
              </a:ext>
            </a:extLst>
          </p:cNvPr>
          <p:cNvSpPr txBox="1"/>
          <p:nvPr userDrawn="1"/>
        </p:nvSpPr>
        <p:spPr>
          <a:xfrm>
            <a:off x="823067" y="733121"/>
            <a:ext cx="2610357" cy="3832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SECTION #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5DEEB-A2BA-9F8B-6D43-1C6BF6EF9DDE}"/>
              </a:ext>
            </a:extLst>
          </p:cNvPr>
          <p:cNvSpPr/>
          <p:nvPr userDrawn="1"/>
        </p:nvSpPr>
        <p:spPr>
          <a:xfrm>
            <a:off x="823067" y="542505"/>
            <a:ext cx="33320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AE3188-A692-06FD-D567-8E47C15798B2}"/>
              </a:ext>
            </a:extLst>
          </p:cNvPr>
          <p:cNvSpPr/>
          <p:nvPr/>
        </p:nvSpPr>
        <p:spPr>
          <a:xfrm>
            <a:off x="8288593" y="6303342"/>
            <a:ext cx="3814916" cy="459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F07B093-9F43-34BA-15BA-30A421FF0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3067" y="1409322"/>
            <a:ext cx="5848212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agenda title</a:t>
            </a:r>
            <a:endParaRPr lang="en-US"/>
          </a:p>
        </p:txBody>
      </p:sp>
      <p:pic>
        <p:nvPicPr>
          <p:cNvPr id="14" name="Graphic 8">
            <a:extLst>
              <a:ext uri="{FF2B5EF4-FFF2-40B4-BE49-F238E27FC236}">
                <a16:creationId xmlns:a16="http://schemas.microsoft.com/office/drawing/2014/main" id="{2626CC4B-D3C7-719F-B1B1-8F829A6EC6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3696276-FFD6-2CDD-4322-F2B32E8DC8A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631279" y="2350320"/>
            <a:ext cx="5040000" cy="3657599"/>
          </a:xfrm>
        </p:spPr>
        <p:txBody>
          <a:bodyPr/>
          <a:lstStyle>
            <a:lvl1pPr>
              <a:spcAft>
                <a:spcPts val="1800"/>
              </a:spcAft>
              <a:buClr>
                <a:schemeClr val="bg1"/>
              </a:buClr>
              <a:buNone/>
              <a:defRPr sz="2000" u="none">
                <a:solidFill>
                  <a:schemeClr val="bg1"/>
                </a:solidFill>
              </a:defRPr>
            </a:lvl1pPr>
            <a:lvl2pPr>
              <a:spcAft>
                <a:spcPts val="1800"/>
              </a:spcAft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spcAft>
                <a:spcPts val="1800"/>
              </a:spcAft>
              <a:buClr>
                <a:schemeClr val="bg1"/>
              </a:buClr>
              <a:defRPr sz="2000">
                <a:solidFill>
                  <a:schemeClr val="bg1"/>
                </a:solidFill>
              </a:defRPr>
            </a:lvl3pPr>
            <a:lvl4pPr>
              <a:spcAft>
                <a:spcPts val="1800"/>
              </a:spcAft>
              <a:buClr>
                <a:schemeClr val="bg1"/>
              </a:buClr>
              <a:defRPr sz="2000">
                <a:solidFill>
                  <a:schemeClr val="bg1"/>
                </a:solidFill>
              </a:defRPr>
            </a:lvl4pPr>
            <a:lvl5pPr>
              <a:spcAft>
                <a:spcPts val="1800"/>
              </a:spcAft>
              <a:buClr>
                <a:schemeClr val="bg1"/>
              </a:buCl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Topic </a:t>
            </a:r>
          </a:p>
          <a:p>
            <a:pPr lvl="0"/>
            <a:r>
              <a:rPr lang="en-US"/>
              <a:t>Topic </a:t>
            </a:r>
          </a:p>
          <a:p>
            <a:pPr lvl="0"/>
            <a:r>
              <a:rPr lang="en-US"/>
              <a:t>Topic</a:t>
            </a:r>
          </a:p>
          <a:p>
            <a:pPr lvl="0"/>
            <a:r>
              <a:rPr lang="en-US"/>
              <a:t>Topic</a:t>
            </a:r>
          </a:p>
          <a:p>
            <a:pPr lvl="0"/>
            <a:r>
              <a:rPr lang="en-US"/>
              <a:t>Topic</a:t>
            </a:r>
          </a:p>
          <a:p>
            <a:pPr lvl="0"/>
            <a:r>
              <a:rPr lang="en-US"/>
              <a:t>Topic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1FE29239-C804-B649-0DED-E88BB6BF5D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610643-2CB0-53AC-F588-94DAD9D5676E}"/>
              </a:ext>
            </a:extLst>
          </p:cNvPr>
          <p:cNvSpPr txBox="1"/>
          <p:nvPr userDrawn="1"/>
        </p:nvSpPr>
        <p:spPr>
          <a:xfrm>
            <a:off x="823067" y="733121"/>
            <a:ext cx="2610357" cy="3832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accent4"/>
                </a:solidFill>
                <a:latin typeface="IBM Plex Mono Medium" panose="020B0609050203000203" pitchFamily="49" charset="0"/>
              </a:rPr>
              <a:t>AGENDA</a:t>
            </a:r>
            <a:endParaRPr lang="en-US" sz="1600">
              <a:solidFill>
                <a:schemeClr val="accent4"/>
              </a:solidFill>
              <a:latin typeface="IBM Plex Mono Medium" panose="020B0609050203000203" pitchFamily="49" charset="0"/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363ACC9-6E89-2F3B-DEFB-37F704DA2C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3067" y="2350320"/>
            <a:ext cx="651772" cy="3657599"/>
          </a:xfrm>
          <a:ln>
            <a:noFill/>
          </a:ln>
        </p:spPr>
        <p:txBody>
          <a:bodyPr/>
          <a:lstStyle>
            <a:lvl1pPr>
              <a:spcAft>
                <a:spcPts val="1800"/>
              </a:spcAft>
              <a:buClr>
                <a:schemeClr val="bg1"/>
              </a:buClr>
              <a:buNone/>
              <a:defRPr sz="2000">
                <a:solidFill>
                  <a:schemeClr val="accent4"/>
                </a:solidFill>
                <a:latin typeface="IBM Plex Mono Medium" panose="020B0609050203000203" pitchFamily="49" charset="0"/>
              </a:defRPr>
            </a:lvl1pPr>
            <a:lvl2pPr>
              <a:buClr>
                <a:schemeClr val="bg1"/>
              </a:buClr>
              <a:defRPr sz="1200">
                <a:solidFill>
                  <a:schemeClr val="accent3"/>
                </a:solidFill>
                <a:latin typeface="IBM Plex Mono Medium" panose="020B0609050203000203" pitchFamily="49" charset="0"/>
              </a:defRPr>
            </a:lvl2pPr>
            <a:lvl3pPr>
              <a:buClr>
                <a:schemeClr val="bg1"/>
              </a:buClr>
              <a:defRPr sz="1200">
                <a:solidFill>
                  <a:schemeClr val="accent3"/>
                </a:solidFill>
                <a:latin typeface="IBM Plex Mono Medium" panose="020B0609050203000203" pitchFamily="49" charset="0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  <a:latin typeface="IBM Plex Mono Medium" panose="020B0609050203000203" pitchFamily="49" charset="0"/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  <a:latin typeface="IBM Plex Mono Medium" panose="020B0609050203000203" pitchFamily="49" charset="0"/>
              </a:defRPr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D8CB65-499C-0C27-0A5F-BBA63D2735D0}"/>
              </a:ext>
            </a:extLst>
          </p:cNvPr>
          <p:cNvSpPr/>
          <p:nvPr userDrawn="1"/>
        </p:nvSpPr>
        <p:spPr>
          <a:xfrm>
            <a:off x="823067" y="542505"/>
            <a:ext cx="333207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CE2683E-1D16-B7D3-7F83-51B07D1448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34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8">
            <a:extLst>
              <a:ext uri="{FF2B5EF4-FFF2-40B4-BE49-F238E27FC236}">
                <a16:creationId xmlns:a16="http://schemas.microsoft.com/office/drawing/2014/main" id="{2626CC4B-D3C7-719F-B1B1-8F829A6EC6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pic>
        <p:nvPicPr>
          <p:cNvPr id="4" name="Graphic 8">
            <a:extLst>
              <a:ext uri="{FF2B5EF4-FFF2-40B4-BE49-F238E27FC236}">
                <a16:creationId xmlns:a16="http://schemas.microsoft.com/office/drawing/2014/main" id="{1FE29239-C804-B649-0DED-E88BB6BF5D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9E7825FE-551E-97A8-B9CB-47958BE60D9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631279" y="2350320"/>
            <a:ext cx="5040000" cy="3657599"/>
          </a:xfrm>
        </p:spPr>
        <p:txBody>
          <a:bodyPr/>
          <a:lstStyle>
            <a:lvl1pPr>
              <a:spcAft>
                <a:spcPts val="1800"/>
              </a:spcAft>
              <a:buClr>
                <a:schemeClr val="bg1"/>
              </a:buClr>
              <a:buNone/>
              <a:defRPr sz="2000" u="none">
                <a:solidFill>
                  <a:schemeClr val="tx1"/>
                </a:solidFill>
              </a:defRPr>
            </a:lvl1pPr>
            <a:lvl2pPr>
              <a:spcAft>
                <a:spcPts val="1800"/>
              </a:spcAft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spcAft>
                <a:spcPts val="1800"/>
              </a:spcAft>
              <a:buClr>
                <a:schemeClr val="bg1"/>
              </a:buClr>
              <a:defRPr sz="2000">
                <a:solidFill>
                  <a:schemeClr val="bg1"/>
                </a:solidFill>
              </a:defRPr>
            </a:lvl3pPr>
            <a:lvl4pPr>
              <a:spcAft>
                <a:spcPts val="1800"/>
              </a:spcAft>
              <a:buClr>
                <a:schemeClr val="bg1"/>
              </a:buClr>
              <a:defRPr sz="2000">
                <a:solidFill>
                  <a:schemeClr val="bg1"/>
                </a:solidFill>
              </a:defRPr>
            </a:lvl4pPr>
            <a:lvl5pPr>
              <a:spcAft>
                <a:spcPts val="1800"/>
              </a:spcAft>
              <a:buClr>
                <a:schemeClr val="bg1"/>
              </a:buCl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Topic </a:t>
            </a:r>
          </a:p>
          <a:p>
            <a:pPr lvl="0"/>
            <a:r>
              <a:rPr lang="en-US"/>
              <a:t>Topic </a:t>
            </a:r>
          </a:p>
          <a:p>
            <a:pPr lvl="0"/>
            <a:r>
              <a:rPr lang="en-US"/>
              <a:t>Topic</a:t>
            </a:r>
          </a:p>
          <a:p>
            <a:pPr lvl="0"/>
            <a:r>
              <a:rPr lang="en-US"/>
              <a:t>Topic</a:t>
            </a:r>
          </a:p>
          <a:p>
            <a:pPr lvl="0"/>
            <a:r>
              <a:rPr lang="en-US"/>
              <a:t>Topic</a:t>
            </a:r>
          </a:p>
          <a:p>
            <a:pPr lvl="0"/>
            <a:r>
              <a:rPr lang="en-US"/>
              <a:t>Topic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E837746A-5C10-4365-67A2-379944A3FCE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3067" y="2350320"/>
            <a:ext cx="651772" cy="3657599"/>
          </a:xfrm>
          <a:ln>
            <a:noFill/>
          </a:ln>
        </p:spPr>
        <p:txBody>
          <a:bodyPr/>
          <a:lstStyle>
            <a:lvl1pPr>
              <a:spcAft>
                <a:spcPts val="1800"/>
              </a:spcAft>
              <a:buClr>
                <a:schemeClr val="bg1"/>
              </a:buClr>
              <a:buNone/>
              <a:defRPr sz="2000">
                <a:solidFill>
                  <a:schemeClr val="accent3"/>
                </a:solidFill>
                <a:latin typeface="IBM Plex Mono Medium" panose="020B0609050203000203" pitchFamily="49" charset="0"/>
              </a:defRPr>
            </a:lvl1pPr>
            <a:lvl2pPr>
              <a:buClr>
                <a:schemeClr val="bg1"/>
              </a:buClr>
              <a:defRPr sz="1200">
                <a:solidFill>
                  <a:schemeClr val="accent3"/>
                </a:solidFill>
                <a:latin typeface="IBM Plex Mono Medium" panose="020B0609050203000203" pitchFamily="49" charset="0"/>
              </a:defRPr>
            </a:lvl2pPr>
            <a:lvl3pPr>
              <a:buClr>
                <a:schemeClr val="bg1"/>
              </a:buClr>
              <a:defRPr sz="1200">
                <a:solidFill>
                  <a:schemeClr val="accent3"/>
                </a:solidFill>
                <a:latin typeface="IBM Plex Mono Medium" panose="020B0609050203000203" pitchFamily="49" charset="0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  <a:latin typeface="IBM Plex Mono Medium" panose="020B0609050203000203" pitchFamily="49" charset="0"/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  <a:latin typeface="IBM Plex Mono Medium" panose="020B0609050203000203" pitchFamily="49" charset="0"/>
              </a:defRPr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BD59A4C1-6117-0157-1F35-DCC245A09B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3067" y="1409322"/>
            <a:ext cx="5848212" cy="6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agenda title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F421E-89A0-534C-82FC-9FBD5EE58498}"/>
              </a:ext>
            </a:extLst>
          </p:cNvPr>
          <p:cNvSpPr txBox="1"/>
          <p:nvPr userDrawn="1"/>
        </p:nvSpPr>
        <p:spPr>
          <a:xfrm>
            <a:off x="823067" y="733121"/>
            <a:ext cx="2610357" cy="3832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accent3"/>
                </a:solidFill>
                <a:latin typeface="IBM Plex Mono Medium" panose="020B0609050203000203" pitchFamily="49" charset="0"/>
              </a:rPr>
              <a:t>AGENDA</a:t>
            </a:r>
            <a:endParaRPr lang="en-US" sz="1600">
              <a:solidFill>
                <a:schemeClr val="accent3"/>
              </a:solidFill>
              <a:latin typeface="IBM Plex Mono Medium" panose="020B0609050203000203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9C75E-DBD4-3BE3-7472-AB3594F5E5CD}"/>
              </a:ext>
            </a:extLst>
          </p:cNvPr>
          <p:cNvSpPr/>
          <p:nvPr userDrawn="1"/>
        </p:nvSpPr>
        <p:spPr>
          <a:xfrm>
            <a:off x="823067" y="542505"/>
            <a:ext cx="333207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F12020-99E7-1C16-FFF0-D7997FE935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6671279" y="95368"/>
            <a:ext cx="5432230" cy="543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5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319A-107F-0CC1-E4D5-3CA74F9A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5EC3AF8E-FDB5-7735-4C3E-7A6B52A5D3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5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Light Gr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319A-107F-0CC1-E4D5-3CA74F9A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21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7B1376-1632-2E99-8DF7-EBA45FA66B37}"/>
              </a:ext>
            </a:extLst>
          </p:cNvPr>
          <p:cNvSpPr/>
          <p:nvPr/>
        </p:nvSpPr>
        <p:spPr>
          <a:xfrm>
            <a:off x="9955850" y="6264066"/>
            <a:ext cx="1914258" cy="376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A319A-107F-0CC1-E4D5-3CA74F9A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4C1A6685-9627-CAEE-3756-FB4C1512A5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3E1E6-938D-AECA-BFF2-452F81A26FF3}"/>
              </a:ext>
            </a:extLst>
          </p:cNvPr>
          <p:cNvSpPr/>
          <p:nvPr userDrawn="1"/>
        </p:nvSpPr>
        <p:spPr>
          <a:xfrm>
            <a:off x="9955850" y="6264066"/>
            <a:ext cx="1914258" cy="376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D457FD27-16A6-1A7B-05F1-3483F8D9F1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94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5D45-8F19-90A8-8CAB-88F5A4B0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F2BEB7-CCA9-0765-B8A6-7146A5B46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41" y="1433543"/>
            <a:ext cx="11232000" cy="4722242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4D83F1F8-3CF4-7EA5-1996-F6D4CFB8EF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49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5D45-8F19-90A8-8CAB-88F5A4B0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799"/>
            <a:ext cx="11232000" cy="631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560E57C-1EB0-6446-B19E-5029E75F3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41" y="1825625"/>
            <a:ext cx="11232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F133EEB-2C9F-36FE-6D6C-ADA3A523C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740" y="1061457"/>
            <a:ext cx="11232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56237435-DDB9-B7B6-8044-B3BA09F7D1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5690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65BE-33DE-4FFE-A16E-F1A904AF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0080D7-329D-98B0-72BD-F12D00B45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8" y="1076726"/>
            <a:ext cx="11232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4E079AE0-E13F-E72D-2674-ECD4D5CCBC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07485F-67D8-971D-D194-E70B431DABB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4740" y="1825492"/>
            <a:ext cx="5410200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2F020D9-2D16-A8CA-9636-AADC68B8890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92489" y="1825491"/>
            <a:ext cx="5410200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8542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4D00-A48D-047C-D49E-658BD109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69" y="406800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3D205-D356-A136-FC52-062E45FFE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568" y="1511480"/>
            <a:ext cx="5400000" cy="823912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28D8E-5146-9900-EEE6-63E4E8C47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3602" y="1511480"/>
            <a:ext cx="5400000" cy="823912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63B3CC94-6072-CDDE-CCFF-79DD0156F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102302D-E2B9-F62E-500F-12D4D0BEE99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1568" y="2598307"/>
            <a:ext cx="5410200" cy="351932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FE91862-BA26-7E15-2794-8E346AD954D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00234" y="2598306"/>
            <a:ext cx="5410200" cy="351932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70437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65BE-33DE-4FFE-A16E-F1A904AF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0080D7-329D-98B0-72BD-F12D00B45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8" y="1076726"/>
            <a:ext cx="11232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67E6FC98-94A7-CAAB-4EC7-AA973E07B5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D2F7A-A824-A4CF-54EC-FD5AEED68D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4740" y="2147054"/>
            <a:ext cx="3528000" cy="3965119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037AC69-9DD2-46A1-0C81-993200E26E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9141" y="2147054"/>
            <a:ext cx="3528000" cy="3965119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AF596C21-D888-BA21-95B5-72E0A94A42E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90918" y="2140658"/>
            <a:ext cx="3528000" cy="3965119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E9693F-5A25-E8B7-C454-9B743401BC72}"/>
              </a:ext>
            </a:extLst>
          </p:cNvPr>
          <p:cNvSpPr/>
          <p:nvPr userDrawn="1"/>
        </p:nvSpPr>
        <p:spPr>
          <a:xfrm>
            <a:off x="484740" y="1964849"/>
            <a:ext cx="241785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E97BA9-AD8C-52DC-2896-4A040CC5CA94}"/>
              </a:ext>
            </a:extLst>
          </p:cNvPr>
          <p:cNvSpPr/>
          <p:nvPr userDrawn="1"/>
        </p:nvSpPr>
        <p:spPr>
          <a:xfrm>
            <a:off x="4336517" y="1964849"/>
            <a:ext cx="2417851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241E4C-F318-A48A-3931-4E9E71E8494E}"/>
              </a:ext>
            </a:extLst>
          </p:cNvPr>
          <p:cNvSpPr/>
          <p:nvPr userDrawn="1"/>
        </p:nvSpPr>
        <p:spPr>
          <a:xfrm>
            <a:off x="8188294" y="1961567"/>
            <a:ext cx="2417851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21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+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65BE-33DE-4FFE-A16E-F1A904AF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0080D7-329D-98B0-72BD-F12D00B45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8" y="1076726"/>
            <a:ext cx="11232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67E6FC98-94A7-CAAB-4EC7-AA973E07B5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D2F7A-A824-A4CF-54EC-FD5AEED68D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4740" y="3435396"/>
            <a:ext cx="3192943" cy="2676777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037AC69-9DD2-46A1-0C81-993200E26E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9141" y="3435396"/>
            <a:ext cx="3192943" cy="2676777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AF596C21-D888-BA21-95B5-72E0A94A42E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90918" y="3429000"/>
            <a:ext cx="3192943" cy="2676777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E9693F-5A25-E8B7-C454-9B743401BC72}"/>
              </a:ext>
            </a:extLst>
          </p:cNvPr>
          <p:cNvSpPr/>
          <p:nvPr userDrawn="1"/>
        </p:nvSpPr>
        <p:spPr>
          <a:xfrm>
            <a:off x="484740" y="1964849"/>
            <a:ext cx="241785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E97BA9-AD8C-52DC-2896-4A040CC5CA94}"/>
              </a:ext>
            </a:extLst>
          </p:cNvPr>
          <p:cNvSpPr/>
          <p:nvPr userDrawn="1"/>
        </p:nvSpPr>
        <p:spPr>
          <a:xfrm>
            <a:off x="4336517" y="1964849"/>
            <a:ext cx="2417851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241E4C-F318-A48A-3931-4E9E71E8494E}"/>
              </a:ext>
            </a:extLst>
          </p:cNvPr>
          <p:cNvSpPr/>
          <p:nvPr userDrawn="1"/>
        </p:nvSpPr>
        <p:spPr>
          <a:xfrm>
            <a:off x="8188294" y="1961567"/>
            <a:ext cx="2417851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83B24-ABC6-9B6E-8751-59764E9E00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4088" y="2155825"/>
            <a:ext cx="2428503" cy="739429"/>
          </a:xfrm>
        </p:spPr>
        <p:txBody>
          <a:bodyPr/>
          <a:lstStyle>
            <a:lvl1pPr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sz="5400"/>
              <a:t>22+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7F952A-FC8C-CD6C-5233-1D06187003F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447" y="2895600"/>
            <a:ext cx="2428503" cy="350838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Big stats worth sharing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E9940DB-AE5B-95EC-1873-8DA7973FFB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37158" y="2155479"/>
            <a:ext cx="2428503" cy="739429"/>
          </a:xfrm>
        </p:spPr>
        <p:txBody>
          <a:bodyPr/>
          <a:lstStyle>
            <a:lvl1pPr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sz="5400"/>
              <a:t>45%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F133455-2D43-14E8-9482-6636A81E41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36517" y="2895254"/>
            <a:ext cx="2428503" cy="350838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Big stats worth sharing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31E7351-D553-8261-4FC8-05D35691DC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99587" y="2155479"/>
            <a:ext cx="2428503" cy="739429"/>
          </a:xfrm>
        </p:spPr>
        <p:txBody>
          <a:bodyPr/>
          <a:lstStyle>
            <a:lvl1pPr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sz="5400"/>
              <a:t>25K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590E57-2853-D82D-21BC-77F4926FCA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8946" y="2895254"/>
            <a:ext cx="2428503" cy="350838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Big stats worth sharing</a:t>
            </a:r>
          </a:p>
        </p:txBody>
      </p:sp>
    </p:spTree>
    <p:extLst>
      <p:ext uri="{BB962C8B-B14F-4D97-AF65-F5344CB8AC3E}">
        <p14:creationId xmlns:p14="http://schemas.microsoft.com/office/powerpoint/2010/main" val="3760224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 Same-side Corner of Rectangle 2">
            <a:extLst>
              <a:ext uri="{FF2B5EF4-FFF2-40B4-BE49-F238E27FC236}">
                <a16:creationId xmlns:a16="http://schemas.microsoft.com/office/drawing/2014/main" id="{2D5A102B-C551-28B6-1911-2B48B8FA5F9F}"/>
              </a:ext>
            </a:extLst>
          </p:cNvPr>
          <p:cNvSpPr/>
          <p:nvPr userDrawn="1"/>
        </p:nvSpPr>
        <p:spPr>
          <a:xfrm rot="16200000">
            <a:off x="6838573" y="1400298"/>
            <a:ext cx="6649451" cy="4057403"/>
          </a:xfrm>
          <a:prstGeom prst="round2Same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7" t="-1733" r="-54188" b="-624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E65BE-33DE-4FFE-A16E-F1A904AF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7129865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0080D7-329D-98B0-72BD-F12D00B45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8" y="1076726"/>
            <a:ext cx="7129865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05FC7F5-91BD-F2A9-A202-DFF702F7B3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662736" y="914399"/>
            <a:ext cx="2943447" cy="75397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$44+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70AE8EBB-3417-5767-BB76-1423FB97AE2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662736" y="2658251"/>
            <a:ext cx="2943447" cy="75397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$44+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47703E55-4B98-A99E-7871-18A2D30ECA8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662736" y="4386808"/>
            <a:ext cx="2943447" cy="75397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$44+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A84A2F75-D2C2-AFDC-BF1B-BD1DB427EB2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655920" y="1684625"/>
            <a:ext cx="2952000" cy="576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B2ECE5DC-72D6-A3FC-DB60-E715729BFBF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662736" y="3521969"/>
            <a:ext cx="2952000" cy="58923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588E70E-EC2D-71A2-B2C0-5192272B02C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655920" y="5157192"/>
            <a:ext cx="2952000" cy="58923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0677FE-70B7-771F-1C31-39E0A800550E}"/>
              </a:ext>
            </a:extLst>
          </p:cNvPr>
          <p:cNvSpPr>
            <a:spLocks noGrp="1"/>
          </p:cNvSpPr>
          <p:nvPr>
            <p:ph sz="quarter" idx="51"/>
          </p:nvPr>
        </p:nvSpPr>
        <p:spPr>
          <a:xfrm>
            <a:off x="484740" y="1817791"/>
            <a:ext cx="3340100" cy="4093364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9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47F76AFB-76C0-9E56-F620-8DACCB3B6DEC}"/>
              </a:ext>
            </a:extLst>
          </p:cNvPr>
          <p:cNvSpPr>
            <a:spLocks noGrp="1"/>
          </p:cNvSpPr>
          <p:nvPr>
            <p:ph sz="quarter" idx="52"/>
          </p:nvPr>
        </p:nvSpPr>
        <p:spPr>
          <a:xfrm>
            <a:off x="4274505" y="1817791"/>
            <a:ext cx="3340100" cy="4093364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9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0" name="Graphic 8">
            <a:extLst>
              <a:ext uri="{FF2B5EF4-FFF2-40B4-BE49-F238E27FC236}">
                <a16:creationId xmlns:a16="http://schemas.microsoft.com/office/drawing/2014/main" id="{9B0C66B7-4D3B-A69B-BD0C-01C62ED415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4740" y="62774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002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Same-side Corner of Rectangle 2">
            <a:extLst>
              <a:ext uri="{FF2B5EF4-FFF2-40B4-BE49-F238E27FC236}">
                <a16:creationId xmlns:a16="http://schemas.microsoft.com/office/drawing/2014/main" id="{7099EF96-4C3D-2CBA-9FFE-B2B50232A541}"/>
              </a:ext>
            </a:extLst>
          </p:cNvPr>
          <p:cNvSpPr/>
          <p:nvPr/>
        </p:nvSpPr>
        <p:spPr>
          <a:xfrm rot="16200000">
            <a:off x="6838573" y="1400298"/>
            <a:ext cx="6649451" cy="4057403"/>
          </a:xfrm>
          <a:prstGeom prst="round2Same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7" t="-1733" r="-54188" b="-624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E65BE-33DE-4FFE-A16E-F1A904AF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472" y="1150747"/>
            <a:ext cx="7129865" cy="393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0080D7-329D-98B0-72BD-F12D00B45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50" y="1566373"/>
            <a:ext cx="7129865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0677FE-70B7-771F-1C31-39E0A800550E}"/>
              </a:ext>
            </a:extLst>
          </p:cNvPr>
          <p:cNvSpPr>
            <a:spLocks noGrp="1"/>
          </p:cNvSpPr>
          <p:nvPr>
            <p:ph sz="quarter" idx="51"/>
          </p:nvPr>
        </p:nvSpPr>
        <p:spPr>
          <a:xfrm>
            <a:off x="484740" y="2241755"/>
            <a:ext cx="3340100" cy="3669400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9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47F76AFB-76C0-9E56-F620-8DACCB3B6DEC}"/>
              </a:ext>
            </a:extLst>
          </p:cNvPr>
          <p:cNvSpPr>
            <a:spLocks noGrp="1"/>
          </p:cNvSpPr>
          <p:nvPr>
            <p:ph sz="quarter" idx="52"/>
          </p:nvPr>
        </p:nvSpPr>
        <p:spPr>
          <a:xfrm>
            <a:off x="4274505" y="2241755"/>
            <a:ext cx="3340100" cy="3669400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9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0" name="Graphic 8">
            <a:extLst>
              <a:ext uri="{FF2B5EF4-FFF2-40B4-BE49-F238E27FC236}">
                <a16:creationId xmlns:a16="http://schemas.microsoft.com/office/drawing/2014/main" id="{9B0C66B7-4D3B-A69B-BD0C-01C62ED415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4740" y="6277446"/>
            <a:ext cx="1652367" cy="1737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C2039C-E3A6-BA23-3E18-AD4529FEE95C}"/>
              </a:ext>
            </a:extLst>
          </p:cNvPr>
          <p:cNvSpPr/>
          <p:nvPr userDrawn="1"/>
        </p:nvSpPr>
        <p:spPr>
          <a:xfrm>
            <a:off x="484740" y="453439"/>
            <a:ext cx="333207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842DC1-D642-6030-AA31-6832D770C6B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84740" y="638283"/>
            <a:ext cx="2624137" cy="393700"/>
          </a:xfrm>
        </p:spPr>
        <p:txBody>
          <a:bodyPr/>
          <a:lstStyle>
            <a:lvl1pPr>
              <a:buNone/>
              <a:defRPr sz="1200" b="0">
                <a:latin typeface="IBM Plex Mono Medium" panose="020B0609050203000203" pitchFamily="49" charset="0"/>
              </a:defRPr>
            </a:lvl1pPr>
            <a:lvl5pPr>
              <a:defRPr/>
            </a:lvl5pPr>
          </a:lstStyle>
          <a:p>
            <a:pPr lvl="0"/>
            <a:r>
              <a:rPr lang="en-US"/>
              <a:t>PRODUCT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9A3AAF8-FC29-784D-58C3-CB25818620EA}"/>
              </a:ext>
            </a:extLst>
          </p:cNvPr>
          <p:cNvSpPr>
            <a:spLocks noGrp="1"/>
          </p:cNvSpPr>
          <p:nvPr>
            <p:ph sz="quarter" idx="54"/>
          </p:nvPr>
        </p:nvSpPr>
        <p:spPr>
          <a:xfrm>
            <a:off x="8642996" y="835133"/>
            <a:ext cx="3217862" cy="4070350"/>
          </a:xfrm>
        </p:spPr>
        <p:txBody>
          <a:bodyPr/>
          <a:lstStyle>
            <a:lvl1pPr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BBC36CA-9629-B1FA-48A3-06D58B80FFC7}"/>
              </a:ext>
            </a:extLst>
          </p:cNvPr>
          <p:cNvSpPr/>
          <p:nvPr/>
        </p:nvSpPr>
        <p:spPr>
          <a:xfrm>
            <a:off x="8554065" y="5255341"/>
            <a:ext cx="896702" cy="89670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16C2E0-41A7-6AEA-EA6D-C1FEF21A23C9}"/>
              </a:ext>
            </a:extLst>
          </p:cNvPr>
          <p:cNvSpPr/>
          <p:nvPr/>
        </p:nvSpPr>
        <p:spPr>
          <a:xfrm>
            <a:off x="9766460" y="5259299"/>
            <a:ext cx="896702" cy="89670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B9C4443-A32A-CF3A-AC75-A65A03D6A07B}"/>
              </a:ext>
            </a:extLst>
          </p:cNvPr>
          <p:cNvSpPr/>
          <p:nvPr/>
        </p:nvSpPr>
        <p:spPr>
          <a:xfrm>
            <a:off x="10978855" y="5255341"/>
            <a:ext cx="896702" cy="89670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968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65BE-33DE-4FFE-A16E-F1A904AF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0080D7-329D-98B0-72BD-F12D00B45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8" y="1076726"/>
            <a:ext cx="11232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67E6FC98-94A7-CAAB-4EC7-AA973E07B5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D2F7A-A824-A4CF-54EC-FD5AEED68D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4739" y="1778298"/>
            <a:ext cx="2453139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037AC69-9DD2-46A1-0C81-993200E26E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411027" y="1778298"/>
            <a:ext cx="2453138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B893A7E-1605-351D-9344-76CDA8EB4E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37314" y="1778298"/>
            <a:ext cx="2453138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9AD45DF-1F4B-6947-C96E-7D3CE5A1990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263602" y="1778298"/>
            <a:ext cx="2453138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4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47812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65BE-33DE-4FFE-A16E-F1A904AF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0080D7-329D-98B0-72BD-F12D00B45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8" y="1076726"/>
            <a:ext cx="11232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67E6FC98-94A7-CAAB-4EC7-AA973E07B5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D2F7A-A824-A4CF-54EC-FD5AEED68D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4740" y="1778298"/>
            <a:ext cx="2104456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037AC69-9DD2-46A1-0C81-993200E26E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8514" y="1778298"/>
            <a:ext cx="2104455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B893A7E-1605-351D-9344-76CDA8EB4E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30400" y="1778299"/>
            <a:ext cx="2104455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9AD45DF-1F4B-6947-C96E-7D3CE5A1990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612285" y="1778299"/>
            <a:ext cx="2104455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F0B7416-E648-AF2D-562D-FF7D51E6306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66627" y="1778298"/>
            <a:ext cx="2104456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9481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65BE-33DE-4FFE-A16E-F1A904AF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800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0080D7-329D-98B0-72BD-F12D00B45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8" y="1076726"/>
            <a:ext cx="11232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67E6FC98-94A7-CAAB-4EC7-AA973E07B5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D2F7A-A824-A4CF-54EC-FD5AEED68D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4740" y="1778297"/>
            <a:ext cx="1652367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037AC69-9DD2-46A1-0C81-993200E26E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00667" y="1778297"/>
            <a:ext cx="1652367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B893A7E-1605-351D-9344-76CDA8EB4E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316594" y="1778297"/>
            <a:ext cx="1652367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9AD45DF-1F4B-6947-C96E-7D3CE5A1990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32521" y="1778297"/>
            <a:ext cx="1652367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CDD4005-E9AD-7C58-5C9C-2AD0AE75B54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8448" y="1778297"/>
            <a:ext cx="1652367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943E582-6A52-273C-4505-3EC4D5C783F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064373" y="1778298"/>
            <a:ext cx="1652367" cy="4333875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7012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right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F07B093-9F43-34BA-15BA-30A421FF0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000" y="2574576"/>
            <a:ext cx="4422934" cy="64800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Customer name</a:t>
            </a:r>
            <a:endParaRPr lang="en-US"/>
          </a:p>
        </p:txBody>
      </p:sp>
      <p:pic>
        <p:nvPicPr>
          <p:cNvPr id="14" name="Graphic 8">
            <a:extLst>
              <a:ext uri="{FF2B5EF4-FFF2-40B4-BE49-F238E27FC236}">
                <a16:creationId xmlns:a16="http://schemas.microsoft.com/office/drawing/2014/main" id="{2626CC4B-D3C7-719F-B1B1-8F829A6EC6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9DDF4CF2-B554-8AF7-1F75-4A3E76131C43}"/>
              </a:ext>
            </a:extLst>
          </p:cNvPr>
          <p:cNvSpPr/>
          <p:nvPr/>
        </p:nvSpPr>
        <p:spPr>
          <a:xfrm>
            <a:off x="1249288" y="891781"/>
            <a:ext cx="3305670" cy="3305670"/>
          </a:xfrm>
          <a:prstGeom prst="ellipse">
            <a:avLst/>
          </a:prstGeom>
          <a:solidFill>
            <a:schemeClr val="bg2">
              <a:alpha val="9433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9DA1ACB-6E84-10B4-7BC3-71438FFAD3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31064"/>
          <a:stretch>
            <a:fillRect/>
          </a:stretch>
        </p:blipFill>
        <p:spPr>
          <a:xfrm rot="5400000">
            <a:off x="-1065177" y="1065174"/>
            <a:ext cx="6858000" cy="4727650"/>
          </a:xfrm>
          <a:prstGeom prst="rect">
            <a:avLst/>
          </a:prstGeom>
        </p:spPr>
      </p:pic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56543935-F1CD-62D9-3204-7E2BE9B4B7D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249288" y="891781"/>
            <a:ext cx="3305669" cy="330566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381000" dist="38100" algn="tl" rotWithShape="0">
              <a:prstClr val="black">
                <a:alpha val="40000"/>
              </a:prstClr>
            </a:outerShdw>
          </a:effectLst>
        </p:spPr>
        <p:txBody>
          <a:bodyPr lIns="0" tIns="720000" rIns="0" bIns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56B810F-73A2-8891-5631-4DDC996805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23001" y="3520000"/>
            <a:ext cx="4422934" cy="42715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 marL="432000" indent="0">
              <a:buNone/>
              <a:defRPr>
                <a:solidFill>
                  <a:schemeClr val="bg1"/>
                </a:solidFill>
              </a:defRPr>
            </a:lvl3pPr>
            <a:lvl4pPr marL="576000" indent="0">
              <a:buNone/>
              <a:defRPr>
                <a:solidFill>
                  <a:schemeClr val="bg1"/>
                </a:solidFill>
              </a:defRPr>
            </a:lvl4pPr>
            <a:lvl5pPr marL="7272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date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0367E3A-E714-F124-468A-93E447F95EB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6640" y="4878747"/>
            <a:ext cx="4313237" cy="48406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 name</a:t>
            </a:r>
            <a:endParaRPr lang="en-US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E5E9B61-706A-4AF1-6D31-278AE8A8732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640" y="5434172"/>
            <a:ext cx="4313237" cy="39121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8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22D9E7B3-0FBC-0AF5-B30F-1503963A9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9175EB3C-03D3-A2B5-B4A1-F1F4EDDEAAAC}"/>
              </a:ext>
            </a:extLst>
          </p:cNvPr>
          <p:cNvSpPr/>
          <p:nvPr userDrawn="1"/>
        </p:nvSpPr>
        <p:spPr>
          <a:xfrm>
            <a:off x="1302156" y="944649"/>
            <a:ext cx="3199931" cy="319993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CFA24-C474-A0C6-B912-63EEDED7AFE8}"/>
              </a:ext>
            </a:extLst>
          </p:cNvPr>
          <p:cNvSpPr/>
          <p:nvPr userDrawn="1"/>
        </p:nvSpPr>
        <p:spPr>
          <a:xfrm>
            <a:off x="6096000" y="786089"/>
            <a:ext cx="45719" cy="52858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80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thre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DAE8D7BE-BE49-67D0-D628-1E51E9A69A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1064"/>
          <a:stretch>
            <a:fillRect/>
          </a:stretch>
        </p:blipFill>
        <p:spPr>
          <a:xfrm rot="5400000">
            <a:off x="-1065177" y="1065174"/>
            <a:ext cx="6858000" cy="4727650"/>
          </a:xfrm>
          <a:prstGeom prst="rect">
            <a:avLst/>
          </a:prstGeom>
        </p:spPr>
      </p:pic>
      <p:pic>
        <p:nvPicPr>
          <p:cNvPr id="14" name="Graphic 8">
            <a:extLst>
              <a:ext uri="{FF2B5EF4-FFF2-40B4-BE49-F238E27FC236}">
                <a16:creationId xmlns:a16="http://schemas.microsoft.com/office/drawing/2014/main" id="{2626CC4B-D3C7-719F-B1B1-8F829A6EC6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60FDDF-9037-1AF3-2336-142AABF1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56AC592-192F-36E2-133B-41AAD8827D07}"/>
              </a:ext>
            </a:extLst>
          </p:cNvPr>
          <p:cNvSpPr/>
          <p:nvPr/>
        </p:nvSpPr>
        <p:spPr>
          <a:xfrm flipV="1">
            <a:off x="1065812" y="4810897"/>
            <a:ext cx="3196282" cy="1154955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403026" dist="94508" dir="504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C8B26EB2-CCCD-4145-0D6A-550E632ECF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631" y="1635121"/>
            <a:ext cx="2730644" cy="273064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effectLst>
            <a:outerShdw blurRad="381000" dist="38100" algn="tl" rotWithShape="0">
              <a:prstClr val="black">
                <a:alpha val="40000"/>
              </a:prstClr>
            </a:outerShdw>
          </a:effectLst>
        </p:spPr>
        <p:txBody>
          <a:bodyPr lIns="0" tIns="540000" rIns="0" bIns="0"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4EFFB385-894F-C914-4812-C1F4ED72C03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60598" y="4962423"/>
            <a:ext cx="2806905" cy="33238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2200" b="0">
                <a:solidFill>
                  <a:schemeClr val="tx1"/>
                </a:solidFill>
                <a:latin typeface="+mj-lt"/>
              </a:defRPr>
            </a:lvl1pPr>
            <a:lvl2pPr marL="4572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 name</a:t>
            </a:r>
            <a:endParaRPr lang="en-US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08B45234-35B4-BB2B-C390-BC2DA51EAA9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60598" y="5378510"/>
            <a:ext cx="2806905" cy="39121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4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Job title, company</a:t>
            </a:r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B794253-178C-67E2-C3E2-04D533FE8CC9}"/>
              </a:ext>
            </a:extLst>
          </p:cNvPr>
          <p:cNvSpPr/>
          <p:nvPr/>
        </p:nvSpPr>
        <p:spPr>
          <a:xfrm flipV="1">
            <a:off x="4511824" y="4810897"/>
            <a:ext cx="3196282" cy="1154955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403026" dist="94508" dir="504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BED66AD9-84CE-B196-6851-BCD07A7A67E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06610" y="4962423"/>
            <a:ext cx="2806905" cy="33238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2200" b="0">
                <a:solidFill>
                  <a:schemeClr val="tx1"/>
                </a:solidFill>
                <a:latin typeface="+mj-lt"/>
              </a:defRPr>
            </a:lvl1pPr>
            <a:lvl2pPr marL="4572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 name</a:t>
            </a:r>
            <a:endParaRPr lang="en-US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E430877-AE76-88C2-9233-9470A037BBE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06610" y="5378510"/>
            <a:ext cx="2806905" cy="39121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4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Job title, company</a:t>
            </a:r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13CDABF-C0F4-08B6-5ACD-E7B7103CB5E8}"/>
              </a:ext>
            </a:extLst>
          </p:cNvPr>
          <p:cNvSpPr/>
          <p:nvPr/>
        </p:nvSpPr>
        <p:spPr>
          <a:xfrm flipV="1">
            <a:off x="7952442" y="4810897"/>
            <a:ext cx="3196282" cy="1154955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403026" dist="94508" dir="504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9647930-B8D4-0A0F-78F0-F73FC79CDC7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147228" y="4962423"/>
            <a:ext cx="2806905" cy="33238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2200" b="0">
                <a:solidFill>
                  <a:schemeClr val="tx1"/>
                </a:solidFill>
                <a:latin typeface="+mj-lt"/>
              </a:defRPr>
            </a:lvl1pPr>
            <a:lvl2pPr marL="4572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 name</a:t>
            </a:r>
            <a:endParaRPr lang="en-US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E3E960E1-D86D-258A-BC13-6FA6CAE3D19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47228" y="5378510"/>
            <a:ext cx="2806905" cy="39121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4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Job title, company</a:t>
            </a:r>
            <a:endParaRPr lang="en-US"/>
          </a:p>
        </p:txBody>
      </p:sp>
      <p:pic>
        <p:nvPicPr>
          <p:cNvPr id="7" name="Graphic 8">
            <a:extLst>
              <a:ext uri="{FF2B5EF4-FFF2-40B4-BE49-F238E27FC236}">
                <a16:creationId xmlns:a16="http://schemas.microsoft.com/office/drawing/2014/main" id="{BC6DA51C-1D64-BEAC-A9A3-304B068751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20" name="Bildplatzhalter 3">
            <a:extLst>
              <a:ext uri="{FF2B5EF4-FFF2-40B4-BE49-F238E27FC236}">
                <a16:creationId xmlns:a16="http://schemas.microsoft.com/office/drawing/2014/main" id="{21ED95AC-E386-F9FB-75EB-0D21DF2D861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715912" y="1670275"/>
            <a:ext cx="2730644" cy="273064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effectLst>
            <a:outerShdw blurRad="381000" dist="38100" algn="tl" rotWithShape="0">
              <a:prstClr val="black">
                <a:alpha val="40000"/>
              </a:prstClr>
            </a:outerShdw>
          </a:effectLst>
        </p:spPr>
        <p:txBody>
          <a:bodyPr lIns="0" tIns="540000" rIns="0" bIns="0"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C0A860DE-C473-7025-37C2-F31CCD792725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185261" y="1643683"/>
            <a:ext cx="2730644" cy="273064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effectLst>
            <a:outerShdw blurRad="381000" dist="38100" algn="tl" rotWithShape="0">
              <a:prstClr val="black">
                <a:alpha val="40000"/>
              </a:prstClr>
            </a:outerShdw>
          </a:effectLst>
        </p:spPr>
        <p:txBody>
          <a:bodyPr lIns="0" tIns="540000" rIns="0" bIns="0"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E93B29C-2F87-25E1-D6D5-B80829F03C55}"/>
              </a:ext>
            </a:extLst>
          </p:cNvPr>
          <p:cNvSpPr/>
          <p:nvPr userDrawn="1"/>
        </p:nvSpPr>
        <p:spPr>
          <a:xfrm>
            <a:off x="1218135" y="1563189"/>
            <a:ext cx="2390584" cy="2384093"/>
          </a:xfrm>
          <a:custGeom>
            <a:avLst/>
            <a:gdLst>
              <a:gd name="csX0" fmla="*/ 1445817 w 2390584"/>
              <a:gd name="csY0" fmla="*/ 0 h 2384093"/>
              <a:gd name="csX1" fmla="*/ 2365491 w 2390584"/>
              <a:gd name="csY1" fmla="*/ 330154 h 2384093"/>
              <a:gd name="csX2" fmla="*/ 2390584 w 2390584"/>
              <a:gd name="csY2" fmla="*/ 352960 h 2384093"/>
              <a:gd name="csX3" fmla="*/ 2379316 w 2390584"/>
              <a:gd name="csY3" fmla="*/ 364160 h 2384093"/>
              <a:gd name="csX4" fmla="*/ 2357370 w 2390584"/>
              <a:gd name="csY4" fmla="*/ 344213 h 2384093"/>
              <a:gd name="csX5" fmla="*/ 1445818 w 2390584"/>
              <a:gd name="csY5" fmla="*/ 16975 h 2384093"/>
              <a:gd name="csX6" fmla="*/ 12770 w 2390584"/>
              <a:gd name="csY6" fmla="*/ 1450023 h 2384093"/>
              <a:gd name="csX7" fmla="*/ 340008 w 2390584"/>
              <a:gd name="csY7" fmla="*/ 2361575 h 2384093"/>
              <a:gd name="csX8" fmla="*/ 354108 w 2390584"/>
              <a:gd name="csY8" fmla="*/ 2377089 h 2384093"/>
              <a:gd name="csX9" fmla="*/ 347061 w 2390584"/>
              <a:gd name="csY9" fmla="*/ 2384093 h 2384093"/>
              <a:gd name="csX10" fmla="*/ 330154 w 2390584"/>
              <a:gd name="csY10" fmla="*/ 2365491 h 2384093"/>
              <a:gd name="csX11" fmla="*/ 0 w 2390584"/>
              <a:gd name="csY11" fmla="*/ 1445817 h 2384093"/>
              <a:gd name="csX12" fmla="*/ 1445817 w 2390584"/>
              <a:gd name="csY12" fmla="*/ 0 h 2384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90584" h="2384093">
                <a:moveTo>
                  <a:pt x="1445817" y="0"/>
                </a:moveTo>
                <a:cubicBezTo>
                  <a:pt x="1795162" y="0"/>
                  <a:pt x="2115569" y="123900"/>
                  <a:pt x="2365491" y="330154"/>
                </a:cubicBezTo>
                <a:lnTo>
                  <a:pt x="2390584" y="352960"/>
                </a:lnTo>
                <a:lnTo>
                  <a:pt x="2379316" y="364160"/>
                </a:lnTo>
                <a:lnTo>
                  <a:pt x="2357370" y="344213"/>
                </a:lnTo>
                <a:cubicBezTo>
                  <a:pt x="2109655" y="139781"/>
                  <a:pt x="1792078" y="16975"/>
                  <a:pt x="1445818" y="16975"/>
                </a:cubicBezTo>
                <a:cubicBezTo>
                  <a:pt x="654367" y="16975"/>
                  <a:pt x="12770" y="658572"/>
                  <a:pt x="12770" y="1450023"/>
                </a:cubicBezTo>
                <a:cubicBezTo>
                  <a:pt x="12770" y="1796283"/>
                  <a:pt x="135576" y="2113860"/>
                  <a:pt x="340008" y="2361575"/>
                </a:cubicBezTo>
                <a:lnTo>
                  <a:pt x="354108" y="2377089"/>
                </a:lnTo>
                <a:lnTo>
                  <a:pt x="347061" y="2384093"/>
                </a:lnTo>
                <a:lnTo>
                  <a:pt x="330154" y="2365491"/>
                </a:lnTo>
                <a:cubicBezTo>
                  <a:pt x="123900" y="2115569"/>
                  <a:pt x="0" y="1795162"/>
                  <a:pt x="0" y="1445817"/>
                </a:cubicBezTo>
                <a:cubicBezTo>
                  <a:pt x="0" y="647314"/>
                  <a:pt x="647314" y="0"/>
                  <a:pt x="1445817" y="0"/>
                </a:cubicBez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F5279DB6-1C12-9568-AF1B-2CDD24EC5296}"/>
              </a:ext>
            </a:extLst>
          </p:cNvPr>
          <p:cNvSpPr/>
          <p:nvPr userDrawn="1"/>
        </p:nvSpPr>
        <p:spPr>
          <a:xfrm>
            <a:off x="4644677" y="1586576"/>
            <a:ext cx="2390584" cy="2384093"/>
          </a:xfrm>
          <a:custGeom>
            <a:avLst/>
            <a:gdLst>
              <a:gd name="csX0" fmla="*/ 1445817 w 2390584"/>
              <a:gd name="csY0" fmla="*/ 0 h 2384093"/>
              <a:gd name="csX1" fmla="*/ 2365491 w 2390584"/>
              <a:gd name="csY1" fmla="*/ 330154 h 2384093"/>
              <a:gd name="csX2" fmla="*/ 2390584 w 2390584"/>
              <a:gd name="csY2" fmla="*/ 352960 h 2384093"/>
              <a:gd name="csX3" fmla="*/ 2379316 w 2390584"/>
              <a:gd name="csY3" fmla="*/ 364160 h 2384093"/>
              <a:gd name="csX4" fmla="*/ 2357370 w 2390584"/>
              <a:gd name="csY4" fmla="*/ 344213 h 2384093"/>
              <a:gd name="csX5" fmla="*/ 1445818 w 2390584"/>
              <a:gd name="csY5" fmla="*/ 16975 h 2384093"/>
              <a:gd name="csX6" fmla="*/ 12770 w 2390584"/>
              <a:gd name="csY6" fmla="*/ 1450023 h 2384093"/>
              <a:gd name="csX7" fmla="*/ 340008 w 2390584"/>
              <a:gd name="csY7" fmla="*/ 2361575 h 2384093"/>
              <a:gd name="csX8" fmla="*/ 354108 w 2390584"/>
              <a:gd name="csY8" fmla="*/ 2377089 h 2384093"/>
              <a:gd name="csX9" fmla="*/ 347061 w 2390584"/>
              <a:gd name="csY9" fmla="*/ 2384093 h 2384093"/>
              <a:gd name="csX10" fmla="*/ 330154 w 2390584"/>
              <a:gd name="csY10" fmla="*/ 2365491 h 2384093"/>
              <a:gd name="csX11" fmla="*/ 0 w 2390584"/>
              <a:gd name="csY11" fmla="*/ 1445817 h 2384093"/>
              <a:gd name="csX12" fmla="*/ 1445817 w 2390584"/>
              <a:gd name="csY12" fmla="*/ 0 h 2384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90584" h="2384093">
                <a:moveTo>
                  <a:pt x="1445817" y="0"/>
                </a:moveTo>
                <a:cubicBezTo>
                  <a:pt x="1795162" y="0"/>
                  <a:pt x="2115569" y="123900"/>
                  <a:pt x="2365491" y="330154"/>
                </a:cubicBezTo>
                <a:lnTo>
                  <a:pt x="2390584" y="352960"/>
                </a:lnTo>
                <a:lnTo>
                  <a:pt x="2379316" y="364160"/>
                </a:lnTo>
                <a:lnTo>
                  <a:pt x="2357370" y="344213"/>
                </a:lnTo>
                <a:cubicBezTo>
                  <a:pt x="2109655" y="139781"/>
                  <a:pt x="1792078" y="16975"/>
                  <a:pt x="1445818" y="16975"/>
                </a:cubicBezTo>
                <a:cubicBezTo>
                  <a:pt x="654367" y="16975"/>
                  <a:pt x="12770" y="658572"/>
                  <a:pt x="12770" y="1450023"/>
                </a:cubicBezTo>
                <a:cubicBezTo>
                  <a:pt x="12770" y="1796283"/>
                  <a:pt x="135576" y="2113860"/>
                  <a:pt x="340008" y="2361575"/>
                </a:cubicBezTo>
                <a:lnTo>
                  <a:pt x="354108" y="2377089"/>
                </a:lnTo>
                <a:lnTo>
                  <a:pt x="347061" y="2384093"/>
                </a:lnTo>
                <a:lnTo>
                  <a:pt x="330154" y="2365491"/>
                </a:lnTo>
                <a:cubicBezTo>
                  <a:pt x="123900" y="2115569"/>
                  <a:pt x="0" y="1795162"/>
                  <a:pt x="0" y="1445817"/>
                </a:cubicBezTo>
                <a:cubicBezTo>
                  <a:pt x="0" y="647314"/>
                  <a:pt x="647314" y="0"/>
                  <a:pt x="144581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55946DC-6FF1-9094-6411-37F05540AA43}"/>
              </a:ext>
            </a:extLst>
          </p:cNvPr>
          <p:cNvSpPr/>
          <p:nvPr userDrawn="1"/>
        </p:nvSpPr>
        <p:spPr>
          <a:xfrm>
            <a:off x="8086001" y="1563189"/>
            <a:ext cx="2390584" cy="2384093"/>
          </a:xfrm>
          <a:custGeom>
            <a:avLst/>
            <a:gdLst>
              <a:gd name="csX0" fmla="*/ 1445817 w 2390584"/>
              <a:gd name="csY0" fmla="*/ 0 h 2384093"/>
              <a:gd name="csX1" fmla="*/ 2365491 w 2390584"/>
              <a:gd name="csY1" fmla="*/ 330154 h 2384093"/>
              <a:gd name="csX2" fmla="*/ 2390584 w 2390584"/>
              <a:gd name="csY2" fmla="*/ 352960 h 2384093"/>
              <a:gd name="csX3" fmla="*/ 2379316 w 2390584"/>
              <a:gd name="csY3" fmla="*/ 364160 h 2384093"/>
              <a:gd name="csX4" fmla="*/ 2357370 w 2390584"/>
              <a:gd name="csY4" fmla="*/ 344213 h 2384093"/>
              <a:gd name="csX5" fmla="*/ 1445818 w 2390584"/>
              <a:gd name="csY5" fmla="*/ 16975 h 2384093"/>
              <a:gd name="csX6" fmla="*/ 12770 w 2390584"/>
              <a:gd name="csY6" fmla="*/ 1450023 h 2384093"/>
              <a:gd name="csX7" fmla="*/ 340008 w 2390584"/>
              <a:gd name="csY7" fmla="*/ 2361575 h 2384093"/>
              <a:gd name="csX8" fmla="*/ 354108 w 2390584"/>
              <a:gd name="csY8" fmla="*/ 2377089 h 2384093"/>
              <a:gd name="csX9" fmla="*/ 347061 w 2390584"/>
              <a:gd name="csY9" fmla="*/ 2384093 h 2384093"/>
              <a:gd name="csX10" fmla="*/ 330154 w 2390584"/>
              <a:gd name="csY10" fmla="*/ 2365491 h 2384093"/>
              <a:gd name="csX11" fmla="*/ 0 w 2390584"/>
              <a:gd name="csY11" fmla="*/ 1445817 h 2384093"/>
              <a:gd name="csX12" fmla="*/ 1445817 w 2390584"/>
              <a:gd name="csY12" fmla="*/ 0 h 2384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90584" h="2384093">
                <a:moveTo>
                  <a:pt x="1445817" y="0"/>
                </a:moveTo>
                <a:cubicBezTo>
                  <a:pt x="1795162" y="0"/>
                  <a:pt x="2115569" y="123900"/>
                  <a:pt x="2365491" y="330154"/>
                </a:cubicBezTo>
                <a:lnTo>
                  <a:pt x="2390584" y="352960"/>
                </a:lnTo>
                <a:lnTo>
                  <a:pt x="2379316" y="364160"/>
                </a:lnTo>
                <a:lnTo>
                  <a:pt x="2357370" y="344213"/>
                </a:lnTo>
                <a:cubicBezTo>
                  <a:pt x="2109655" y="139781"/>
                  <a:pt x="1792078" y="16975"/>
                  <a:pt x="1445818" y="16975"/>
                </a:cubicBezTo>
                <a:cubicBezTo>
                  <a:pt x="654367" y="16975"/>
                  <a:pt x="12770" y="658572"/>
                  <a:pt x="12770" y="1450023"/>
                </a:cubicBezTo>
                <a:cubicBezTo>
                  <a:pt x="12770" y="1796283"/>
                  <a:pt x="135576" y="2113860"/>
                  <a:pt x="340008" y="2361575"/>
                </a:cubicBezTo>
                <a:lnTo>
                  <a:pt x="354108" y="2377089"/>
                </a:lnTo>
                <a:lnTo>
                  <a:pt x="347061" y="2384093"/>
                </a:lnTo>
                <a:lnTo>
                  <a:pt x="330154" y="2365491"/>
                </a:lnTo>
                <a:cubicBezTo>
                  <a:pt x="123900" y="2115569"/>
                  <a:pt x="0" y="1795162"/>
                  <a:pt x="0" y="1445817"/>
                </a:cubicBezTo>
                <a:cubicBezTo>
                  <a:pt x="0" y="647314"/>
                  <a:pt x="647314" y="0"/>
                  <a:pt x="144581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56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 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-side Corner of Rectangle 14">
            <a:extLst>
              <a:ext uri="{FF2B5EF4-FFF2-40B4-BE49-F238E27FC236}">
                <a16:creationId xmlns:a16="http://schemas.microsoft.com/office/drawing/2014/main" id="{EC55694D-A278-878A-F6CF-2D66099348CE}"/>
              </a:ext>
            </a:extLst>
          </p:cNvPr>
          <p:cNvSpPr/>
          <p:nvPr userDrawn="1"/>
        </p:nvSpPr>
        <p:spPr>
          <a:xfrm rot="10800000">
            <a:off x="-4" y="6454"/>
            <a:ext cx="12198457" cy="26224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F6900D-F797-2D3E-6E94-434A0F67B472}"/>
              </a:ext>
            </a:extLst>
          </p:cNvPr>
          <p:cNvSpPr/>
          <p:nvPr userDrawn="1"/>
        </p:nvSpPr>
        <p:spPr>
          <a:xfrm>
            <a:off x="0" y="6826843"/>
            <a:ext cx="12198453" cy="494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 Same-side Corner of Rectangle 14">
            <a:extLst>
              <a:ext uri="{FF2B5EF4-FFF2-40B4-BE49-F238E27FC236}">
                <a16:creationId xmlns:a16="http://schemas.microsoft.com/office/drawing/2014/main" id="{1E61C4F5-8393-6BAB-9515-711C52C9B439}"/>
              </a:ext>
            </a:extLst>
          </p:cNvPr>
          <p:cNvSpPr/>
          <p:nvPr/>
        </p:nvSpPr>
        <p:spPr>
          <a:xfrm rot="10800000">
            <a:off x="-4" y="6454"/>
            <a:ext cx="12198457" cy="2622446"/>
          </a:xfrm>
          <a:prstGeom prst="round2SameRect">
            <a:avLst>
              <a:gd name="adj1" fmla="val 20549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64D00-A48D-047C-D49E-658BD109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69" y="406800"/>
            <a:ext cx="11232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3D205-D356-A136-FC52-062E45FFE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568" y="3216991"/>
            <a:ext cx="2664000" cy="307045"/>
          </a:xfrm>
        </p:spPr>
        <p:txBody>
          <a:bodyPr anchor="b" anchorCtr="0"/>
          <a:lstStyle>
            <a:lvl1pPr marL="0" indent="0"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380C9-B776-8B30-1299-87F57425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1568" y="3683615"/>
            <a:ext cx="2664000" cy="2459168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28D8E-5146-9900-EEE6-63E4E8C47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041258" y="3216991"/>
            <a:ext cx="2664000" cy="307045"/>
          </a:xfrm>
        </p:spPr>
        <p:txBody>
          <a:bodyPr anchor="b" anchorCtr="0"/>
          <a:lstStyle>
            <a:lvl1pPr marL="0" indent="0"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A1F58-400E-CB09-6B90-833BFB4FA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041258" y="3683615"/>
            <a:ext cx="2664000" cy="2459168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88D624-3A1C-4A5F-5C39-A34D01418DB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7176" y="1061168"/>
            <a:ext cx="11232000" cy="612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BA5976-189B-51A0-024A-883819740259}"/>
              </a:ext>
            </a:extLst>
          </p:cNvPr>
          <p:cNvSpPr/>
          <p:nvPr/>
        </p:nvSpPr>
        <p:spPr>
          <a:xfrm>
            <a:off x="424689" y="2112976"/>
            <a:ext cx="802104" cy="802104"/>
          </a:xfrm>
          <a:prstGeom prst="ellips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80A7CDC-9666-D56C-73F0-E9D8CBA004B3}"/>
              </a:ext>
            </a:extLst>
          </p:cNvPr>
          <p:cNvSpPr/>
          <p:nvPr/>
        </p:nvSpPr>
        <p:spPr>
          <a:xfrm>
            <a:off x="3186436" y="2112976"/>
            <a:ext cx="802104" cy="802104"/>
          </a:xfrm>
          <a:prstGeom prst="ellips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7534F3-565B-E51D-8E9B-87ABC14874CB}"/>
              </a:ext>
            </a:extLst>
          </p:cNvPr>
          <p:cNvSpPr/>
          <p:nvPr/>
        </p:nvSpPr>
        <p:spPr>
          <a:xfrm>
            <a:off x="5947550" y="2112976"/>
            <a:ext cx="802104" cy="802104"/>
          </a:xfrm>
          <a:prstGeom prst="ellips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5F8399-894E-5389-EF3F-021326907391}"/>
              </a:ext>
            </a:extLst>
          </p:cNvPr>
          <p:cNvSpPr/>
          <p:nvPr/>
        </p:nvSpPr>
        <p:spPr>
          <a:xfrm>
            <a:off x="8870752" y="2112976"/>
            <a:ext cx="802104" cy="802104"/>
          </a:xfrm>
          <a:prstGeom prst="ellips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01B5062-B2CD-C50B-EBE6-38328CB0FD13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334798" y="3216991"/>
            <a:ext cx="2664000" cy="307045"/>
          </a:xfrm>
        </p:spPr>
        <p:txBody>
          <a:bodyPr anchor="b" anchorCtr="0"/>
          <a:lstStyle>
            <a:lvl1pPr marL="0" indent="0"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45D8FDE9-1B3E-5FCD-72E7-D8E1AEE8DD09}"/>
              </a:ext>
            </a:extLst>
          </p:cNvPr>
          <p:cNvSpPr>
            <a:spLocks noGrp="1"/>
          </p:cNvSpPr>
          <p:nvPr>
            <p:ph sz="half" idx="41"/>
          </p:nvPr>
        </p:nvSpPr>
        <p:spPr>
          <a:xfrm>
            <a:off x="3334798" y="3683615"/>
            <a:ext cx="2664000" cy="2459168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3192950-3585-3262-7FB6-DAAA30199E01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188028" y="3216991"/>
            <a:ext cx="2664000" cy="307045"/>
          </a:xfrm>
        </p:spPr>
        <p:txBody>
          <a:bodyPr anchor="b" anchorCtr="0"/>
          <a:lstStyle>
            <a:lvl1pPr marL="0" indent="0"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6E0D1B58-2A6D-0C3D-E077-F12D10200EE0}"/>
              </a:ext>
            </a:extLst>
          </p:cNvPr>
          <p:cNvSpPr>
            <a:spLocks noGrp="1"/>
          </p:cNvSpPr>
          <p:nvPr>
            <p:ph sz="half" idx="43"/>
          </p:nvPr>
        </p:nvSpPr>
        <p:spPr>
          <a:xfrm>
            <a:off x="6188028" y="3683615"/>
            <a:ext cx="2664000" cy="2459168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 sz="1050"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FC99BFFC-BB51-8F33-2658-0E5B03FD49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07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9FC496-C73B-0168-B07A-8DC8B1AFE8C0}"/>
              </a:ext>
            </a:extLst>
          </p:cNvPr>
          <p:cNvSpPr/>
          <p:nvPr/>
        </p:nvSpPr>
        <p:spPr>
          <a:xfrm>
            <a:off x="8288593" y="6303342"/>
            <a:ext cx="3814916" cy="459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81E84F1-FD48-0BF5-ECEE-938C6962440F}"/>
              </a:ext>
            </a:extLst>
          </p:cNvPr>
          <p:cNvSpPr/>
          <p:nvPr/>
        </p:nvSpPr>
        <p:spPr>
          <a:xfrm>
            <a:off x="5269516" y="546255"/>
            <a:ext cx="4926535" cy="4951378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77823" dist="79306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CA7289-9974-33E2-6EB9-4238BC2514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740" y="1266609"/>
            <a:ext cx="4284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0446AAB-3B06-6775-187D-43D3CB9CD2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740" y="2161150"/>
            <a:ext cx="4284000" cy="3639149"/>
          </a:xfrm>
        </p:spPr>
        <p:txBody>
          <a:bodyPr/>
          <a:lstStyle>
            <a:lvl1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BE753382-42A9-0FF7-5920-A781F00378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145C5402-7085-0622-334B-FE1A2E2108D3}"/>
              </a:ext>
            </a:extLst>
          </p:cNvPr>
          <p:cNvSpPr/>
          <p:nvPr userDrawn="1"/>
        </p:nvSpPr>
        <p:spPr>
          <a:xfrm>
            <a:off x="8407830" y="2417450"/>
            <a:ext cx="3365876" cy="3382849"/>
          </a:xfrm>
          <a:prstGeom prst="ellipse">
            <a:avLst/>
          </a:prstGeom>
          <a:solidFill>
            <a:schemeClr val="accent4"/>
          </a:solidFill>
          <a:ln>
            <a:solidFill>
              <a:schemeClr val="tx2"/>
            </a:solidFill>
          </a:ln>
          <a:effectLst>
            <a:outerShdw blurRad="577823" dist="79306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159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EF70F48-29EB-2540-BD75-F8CA45DF30A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0" y="0"/>
            <a:ext cx="12192000" cy="6858000"/>
          </a:xfrm>
          <a:solidFill>
            <a:schemeClr val="accent4"/>
          </a:solidFill>
        </p:spPr>
        <p:txBody>
          <a:bodyPr tIns="3671999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8">
            <a:extLst>
              <a:ext uri="{FF2B5EF4-FFF2-40B4-BE49-F238E27FC236}">
                <a16:creationId xmlns:a16="http://schemas.microsoft.com/office/drawing/2014/main" id="{E2F02407-EFD9-F463-8E71-A3F2B72FC8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978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A6AE-D1BA-90A8-254E-E55B5DE04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569" y="406800"/>
            <a:ext cx="5088336" cy="936000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D1CE2D9-F232-8BC0-FA3D-909775225BE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7177" y="1359118"/>
            <a:ext cx="5088336" cy="612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rgbClr val="7E858C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C4C86434-9F23-FB8B-21AE-E39CCA8036D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2438" y="2188396"/>
            <a:ext cx="5126429" cy="3759967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0D6ABEE4-2914-428E-93EB-F05CE46624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97DFAB-9A43-8B13-EB00-09A9532DF47D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6095999" y="406400"/>
            <a:ext cx="5643563" cy="5541963"/>
          </a:xfrm>
          <a:prstGeom prst="roundRect">
            <a:avLst/>
          </a:prstGeom>
          <a:solidFill>
            <a:schemeClr val="accent4"/>
          </a:solidFill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5420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A6AE-D1BA-90A8-254E-E55B5DE04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69" y="406800"/>
            <a:ext cx="7300360" cy="612000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27F8A101-4C42-8844-5B6F-9D80688AC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37133" y="408898"/>
            <a:ext cx="3579098" cy="5552064"/>
          </a:xfrm>
          <a:prstGeom prst="roundRect">
            <a:avLst>
              <a:gd name="adj" fmla="val 2657"/>
            </a:avLst>
          </a:prstGeom>
          <a:solidFill>
            <a:schemeClr val="accent4"/>
          </a:solidFill>
          <a:effectLst>
            <a:outerShdw blurRad="203200" algn="tl" rotWithShape="0">
              <a:prstClr val="black">
                <a:alpha val="20000"/>
              </a:prstClr>
            </a:outerShdw>
          </a:effectLst>
        </p:spPr>
        <p:txBody>
          <a:bodyPr lIns="0" tIns="720000" anchor="ctr" anchorCtr="1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D1CE2D9-F232-8BC0-FA3D-909775225BE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7177" y="1040619"/>
            <a:ext cx="7300360" cy="612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rgbClr val="7E858C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C4C86434-9F23-FB8B-21AE-E39CCA8036D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2439" y="2188396"/>
            <a:ext cx="3595580" cy="3759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buFont typeface="Arial" panose="020B0604020202020204" pitchFamily="34" charset="0"/>
              <a:buChar char="•"/>
              <a:defRPr/>
            </a:lvl3pPr>
            <a:lvl4pPr>
              <a:buFont typeface="Arial" panose="020B0604020202020204" pitchFamily="34" charset="0"/>
              <a:buChar char="•"/>
              <a:defRPr sz="1100"/>
            </a:lvl4pPr>
            <a:lvl5pP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7E8C9D22-5760-3387-279B-9B3F7DB6F47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181957" y="2188396"/>
            <a:ext cx="3595580" cy="3759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buFont typeface="Arial" panose="020B0604020202020204" pitchFamily="34" charset="0"/>
              <a:buChar char="•"/>
              <a:defRPr/>
            </a:lvl3pPr>
            <a:lvl4pPr>
              <a:buFont typeface="Arial" panose="020B0604020202020204" pitchFamily="34" charset="0"/>
              <a:buChar char="•"/>
              <a:defRPr sz="1100"/>
            </a:lvl4pPr>
            <a:lvl5pP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4EC30E5C-F1C1-2AE0-9F5F-5508629F9D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75F376-E2D2-1EFE-50F9-75C660AEBEFD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8137525" y="406400"/>
            <a:ext cx="3562350" cy="5553075"/>
          </a:xfrm>
          <a:prstGeom prst="roundRect">
            <a:avLst/>
          </a:prstGeom>
          <a:solidFill>
            <a:schemeClr val="accent4"/>
          </a:solidFill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42537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A6AE-D1BA-90A8-254E-E55B5DE04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69" y="406800"/>
            <a:ext cx="3528000" cy="936000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D1CE2D9-F232-8BC0-FA3D-909775225BE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7177" y="1359118"/>
            <a:ext cx="3528000" cy="612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rgbClr val="7E858C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C4C86434-9F23-FB8B-21AE-E39CCA8036D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2438" y="2188396"/>
            <a:ext cx="3554412" cy="3759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buFont typeface="Arial" panose="020B0604020202020204" pitchFamily="34" charset="0"/>
              <a:buChar char="•"/>
              <a:defRPr/>
            </a:lvl3pPr>
            <a:lvl4pPr>
              <a:buFont typeface="Arial" panose="020B0604020202020204" pitchFamily="34" charset="0"/>
              <a:buChar char="•"/>
              <a:defRPr sz="1100"/>
            </a:lvl4pPr>
            <a:lvl5pP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B36BD288-7EC0-33A1-3544-895E5EF2B8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8FFB8F89-BF50-9F42-DE9F-F8AF98BEDD36}"/>
              </a:ext>
            </a:extLst>
          </p:cNvPr>
          <p:cNvSpPr/>
          <p:nvPr/>
        </p:nvSpPr>
        <p:spPr>
          <a:xfrm>
            <a:off x="4504675" y="694185"/>
            <a:ext cx="2617384" cy="1197428"/>
          </a:xfrm>
          <a:prstGeom prst="roundRect">
            <a:avLst>
              <a:gd name="adj" fmla="val 8369"/>
            </a:avLst>
          </a:prstGeom>
          <a:solidFill>
            <a:schemeClr val="tx2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8754C2ED-16A9-FA30-A36A-BD5FBD29BD2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56389" y="849007"/>
            <a:ext cx="1624013" cy="622300"/>
          </a:xfrm>
        </p:spPr>
        <p:txBody>
          <a:bodyPr/>
          <a:lstStyle>
            <a:lvl1pPr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24/7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FD1F30C-4E49-88D9-1011-AA1EFE8879A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24612" y="849007"/>
            <a:ext cx="616283" cy="602708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25D303E-8E82-6678-8B23-D804387211F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24055" y="1470776"/>
            <a:ext cx="2152650" cy="254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text</a:t>
            </a:r>
          </a:p>
        </p:txBody>
      </p:sp>
      <p:sp>
        <p:nvSpPr>
          <p:cNvPr id="38" name="Rounded Rectangle 14">
            <a:extLst>
              <a:ext uri="{FF2B5EF4-FFF2-40B4-BE49-F238E27FC236}">
                <a16:creationId xmlns:a16="http://schemas.microsoft.com/office/drawing/2014/main" id="{3E65D669-DAC9-89C2-D0F4-448D95082122}"/>
              </a:ext>
            </a:extLst>
          </p:cNvPr>
          <p:cNvSpPr/>
          <p:nvPr userDrawn="1"/>
        </p:nvSpPr>
        <p:spPr>
          <a:xfrm>
            <a:off x="4505975" y="2046435"/>
            <a:ext cx="2617384" cy="1197428"/>
          </a:xfrm>
          <a:prstGeom prst="roundRect">
            <a:avLst>
              <a:gd name="adj" fmla="val 8369"/>
            </a:avLst>
          </a:prstGeom>
          <a:solidFill>
            <a:schemeClr val="tx2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90215CA2-783A-555E-1AC6-9EC68692CEA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57689" y="2201257"/>
            <a:ext cx="1624013" cy="622300"/>
          </a:xfrm>
        </p:spPr>
        <p:txBody>
          <a:bodyPr/>
          <a:lstStyle>
            <a:lvl1pPr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24/7</a:t>
            </a:r>
          </a:p>
        </p:txBody>
      </p:sp>
      <p:sp>
        <p:nvSpPr>
          <p:cNvPr id="40" name="Picture Placeholder 32">
            <a:extLst>
              <a:ext uri="{FF2B5EF4-FFF2-40B4-BE49-F238E27FC236}">
                <a16:creationId xmlns:a16="http://schemas.microsoft.com/office/drawing/2014/main" id="{99AEC91B-F1A9-369E-B0A4-21857FD72B6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725912" y="2201257"/>
            <a:ext cx="616283" cy="602708"/>
          </a:xfrm>
        </p:spPr>
        <p:txBody>
          <a:bodyPr/>
          <a:lstStyle/>
          <a:p>
            <a:endParaRPr lang="en-US"/>
          </a:p>
        </p:txBody>
      </p:sp>
      <p:sp>
        <p:nvSpPr>
          <p:cNvPr id="41" name="Text Placeholder 34">
            <a:extLst>
              <a:ext uri="{FF2B5EF4-FFF2-40B4-BE49-F238E27FC236}">
                <a16:creationId xmlns:a16="http://schemas.microsoft.com/office/drawing/2014/main" id="{3F908770-E076-388D-DD4E-D19DF4454A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725355" y="2823026"/>
            <a:ext cx="2152650" cy="254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text</a:t>
            </a:r>
          </a:p>
        </p:txBody>
      </p:sp>
      <p:sp>
        <p:nvSpPr>
          <p:cNvPr id="42" name="Rounded Rectangle 14">
            <a:extLst>
              <a:ext uri="{FF2B5EF4-FFF2-40B4-BE49-F238E27FC236}">
                <a16:creationId xmlns:a16="http://schemas.microsoft.com/office/drawing/2014/main" id="{66F32753-CF35-A920-7F6C-0DF91A6CE96E}"/>
              </a:ext>
            </a:extLst>
          </p:cNvPr>
          <p:cNvSpPr/>
          <p:nvPr userDrawn="1"/>
        </p:nvSpPr>
        <p:spPr>
          <a:xfrm>
            <a:off x="4505975" y="3398685"/>
            <a:ext cx="2617384" cy="1197428"/>
          </a:xfrm>
          <a:prstGeom prst="roundRect">
            <a:avLst>
              <a:gd name="adj" fmla="val 8369"/>
            </a:avLst>
          </a:prstGeom>
          <a:solidFill>
            <a:schemeClr val="tx2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 Placeholder 30">
            <a:extLst>
              <a:ext uri="{FF2B5EF4-FFF2-40B4-BE49-F238E27FC236}">
                <a16:creationId xmlns:a16="http://schemas.microsoft.com/office/drawing/2014/main" id="{7DE902AF-E045-B03A-65CB-10FB7C847B1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57689" y="3553507"/>
            <a:ext cx="1624013" cy="622300"/>
          </a:xfrm>
        </p:spPr>
        <p:txBody>
          <a:bodyPr/>
          <a:lstStyle>
            <a:lvl1pPr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24/7</a:t>
            </a:r>
          </a:p>
        </p:txBody>
      </p:sp>
      <p:sp>
        <p:nvSpPr>
          <p:cNvPr id="44" name="Picture Placeholder 32">
            <a:extLst>
              <a:ext uri="{FF2B5EF4-FFF2-40B4-BE49-F238E27FC236}">
                <a16:creationId xmlns:a16="http://schemas.microsoft.com/office/drawing/2014/main" id="{2A3D87F2-EA02-1FF5-E62D-69926822ECF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725912" y="3553507"/>
            <a:ext cx="616283" cy="602708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Text Placeholder 34">
            <a:extLst>
              <a:ext uri="{FF2B5EF4-FFF2-40B4-BE49-F238E27FC236}">
                <a16:creationId xmlns:a16="http://schemas.microsoft.com/office/drawing/2014/main" id="{C747E1F9-79F4-9894-0056-0C541D5593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725355" y="4175276"/>
            <a:ext cx="2152650" cy="254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text</a:t>
            </a:r>
          </a:p>
        </p:txBody>
      </p: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BB9DB4F6-3FBA-30A5-E37C-45FD50A11C90}"/>
              </a:ext>
            </a:extLst>
          </p:cNvPr>
          <p:cNvSpPr/>
          <p:nvPr userDrawn="1"/>
        </p:nvSpPr>
        <p:spPr>
          <a:xfrm>
            <a:off x="4504675" y="4750935"/>
            <a:ext cx="2617384" cy="1197428"/>
          </a:xfrm>
          <a:prstGeom prst="roundRect">
            <a:avLst>
              <a:gd name="adj" fmla="val 8369"/>
            </a:avLst>
          </a:prstGeom>
          <a:solidFill>
            <a:schemeClr val="tx2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 Placeholder 30">
            <a:extLst>
              <a:ext uri="{FF2B5EF4-FFF2-40B4-BE49-F238E27FC236}">
                <a16:creationId xmlns:a16="http://schemas.microsoft.com/office/drawing/2014/main" id="{9605E55A-533C-F322-4EA2-927A8A1F977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56389" y="4905757"/>
            <a:ext cx="1624013" cy="622300"/>
          </a:xfrm>
        </p:spPr>
        <p:txBody>
          <a:bodyPr/>
          <a:lstStyle>
            <a:lvl1pPr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24/7</a:t>
            </a:r>
          </a:p>
        </p:txBody>
      </p:sp>
      <p:sp>
        <p:nvSpPr>
          <p:cNvPr id="48" name="Picture Placeholder 32">
            <a:extLst>
              <a:ext uri="{FF2B5EF4-FFF2-40B4-BE49-F238E27FC236}">
                <a16:creationId xmlns:a16="http://schemas.microsoft.com/office/drawing/2014/main" id="{EB1E5EA7-A907-E108-6D27-CEDA58DD55C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4724612" y="4905757"/>
            <a:ext cx="616283" cy="60270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Text Placeholder 34">
            <a:extLst>
              <a:ext uri="{FF2B5EF4-FFF2-40B4-BE49-F238E27FC236}">
                <a16:creationId xmlns:a16="http://schemas.microsoft.com/office/drawing/2014/main" id="{C3C4C491-2493-0215-E2F3-B10817E1CA2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24055" y="5527526"/>
            <a:ext cx="2152650" cy="254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text</a:t>
            </a:r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CF6CD881-186F-8246-880B-95FD93589F4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617165" y="406800"/>
            <a:ext cx="4093266" cy="5541563"/>
          </a:xfrm>
          <a:prstGeom prst="roundRect">
            <a:avLst/>
          </a:prstGeom>
          <a:solidFill>
            <a:schemeClr val="accent4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31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P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3">
            <a:extLst>
              <a:ext uri="{FF2B5EF4-FFF2-40B4-BE49-F238E27FC236}">
                <a16:creationId xmlns:a16="http://schemas.microsoft.com/office/drawing/2014/main" id="{27F8A101-4C42-8844-5B6F-9D80688AC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99757" y="652968"/>
            <a:ext cx="5832870" cy="5552064"/>
          </a:xfrm>
          <a:prstGeom prst="roundRect">
            <a:avLst>
              <a:gd name="adj" fmla="val 2657"/>
            </a:avLst>
          </a:prstGeom>
          <a:solidFill>
            <a:schemeClr val="accent4"/>
          </a:solidFill>
          <a:effectLst>
            <a:outerShdw blurRad="203200" algn="tl" rotWithShape="0">
              <a:prstClr val="black">
                <a:alpha val="20000"/>
              </a:prstClr>
            </a:outerShdw>
          </a:effectLst>
        </p:spPr>
        <p:txBody>
          <a:bodyPr lIns="3060000" tIns="0" anchor="ctr" anchorCtr="1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21CB10C7-04A2-5311-9B98-F7C8CC99A929}"/>
              </a:ext>
            </a:extLst>
          </p:cNvPr>
          <p:cNvSpPr/>
          <p:nvPr userDrawn="1"/>
        </p:nvSpPr>
        <p:spPr>
          <a:xfrm>
            <a:off x="500768" y="652968"/>
            <a:ext cx="5002257" cy="5584825"/>
          </a:xfrm>
          <a:prstGeom prst="roundRect">
            <a:avLst>
              <a:gd name="adj" fmla="val 264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Graphic 8">
            <a:extLst>
              <a:ext uri="{FF2B5EF4-FFF2-40B4-BE49-F238E27FC236}">
                <a16:creationId xmlns:a16="http://schemas.microsoft.com/office/drawing/2014/main" id="{AD1878DC-39E0-2D53-053D-FC68AF269F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02261" y="1094862"/>
            <a:ext cx="1652367" cy="173754"/>
          </a:xfrm>
          <a:prstGeom prst="rect">
            <a:avLst/>
          </a:prstGeom>
        </p:spPr>
      </p:pic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382F706C-B047-85C8-4D20-43042504C6C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97500" y="2949049"/>
            <a:ext cx="4176000" cy="2602088"/>
          </a:xfrm>
        </p:spPr>
        <p:txBody>
          <a:bodyPr/>
          <a:lstStyle>
            <a:lvl1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3434695A-FC69-3EE1-CFC5-E775CA90CD9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7500" y="2071217"/>
            <a:ext cx="4176000" cy="612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337018F-74D7-D8D4-5866-9089D3E2E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7500" y="1426396"/>
            <a:ext cx="4176000" cy="628981"/>
          </a:xfrm>
        </p:spPr>
        <p:txBody>
          <a:bodyPr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E8923-97A5-716E-2284-373F6BEB4F3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5899150" y="652463"/>
            <a:ext cx="5834063" cy="5553075"/>
          </a:xfrm>
          <a:prstGeom prst="roundRect">
            <a:avLst/>
          </a:prstGeom>
          <a:solidFill>
            <a:schemeClr val="accent4"/>
          </a:solidFill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17795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wo Column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A6AE-D1BA-90A8-254E-E55B5DE04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69" y="3314387"/>
            <a:ext cx="11235362" cy="612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27F8A101-4C42-8844-5B6F-9D80688AC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2825394"/>
          </a:xfrm>
          <a:prstGeom prst="rect">
            <a:avLst/>
          </a:prstGeom>
          <a:solidFill>
            <a:schemeClr val="accent1"/>
          </a:solidFill>
          <a:effectLst>
            <a:outerShdw blurRad="203200" algn="tl" rotWithShape="0">
              <a:prstClr val="black">
                <a:alpha val="20000"/>
              </a:prstClr>
            </a:outerShdw>
          </a:effectLst>
        </p:spPr>
        <p:txBody>
          <a:bodyPr lIns="0" tIns="0" bIns="720000" anchor="ctr" anchorCtr="1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D1CE2D9-F232-8BC0-FA3D-909775225BE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7177" y="3948206"/>
            <a:ext cx="11235362" cy="612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rgbClr val="7E858C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C4C86434-9F23-FB8B-21AE-E39CCA8036D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2437" y="4818579"/>
            <a:ext cx="5400000" cy="1129783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5FE21B2C-49AA-FCCF-7FF9-48CEDB4C0F3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12024" y="4818579"/>
            <a:ext cx="5400000" cy="1129783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535CE746-FB18-BFBD-5899-224E9B851F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360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319A-107F-0CC1-E4D5-3CA74F9A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758" y="1083121"/>
            <a:ext cx="11232000" cy="4714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ounded Rectangle 14">
            <a:extLst>
              <a:ext uri="{FF2B5EF4-FFF2-40B4-BE49-F238E27FC236}">
                <a16:creationId xmlns:a16="http://schemas.microsoft.com/office/drawing/2014/main" id="{A0C66A87-C2BA-F68A-F5C4-16283FF02ADE}"/>
              </a:ext>
            </a:extLst>
          </p:cNvPr>
          <p:cNvSpPr/>
          <p:nvPr/>
        </p:nvSpPr>
        <p:spPr>
          <a:xfrm>
            <a:off x="9128246" y="1683978"/>
            <a:ext cx="2617384" cy="2055004"/>
          </a:xfrm>
          <a:prstGeom prst="roundRect">
            <a:avLst>
              <a:gd name="adj" fmla="val 8369"/>
            </a:avLst>
          </a:prstGeom>
          <a:solidFill>
            <a:schemeClr val="accent4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5A322B39-6708-142D-C6B0-E52C1C17145F}"/>
              </a:ext>
            </a:extLst>
          </p:cNvPr>
          <p:cNvSpPr/>
          <p:nvPr/>
        </p:nvSpPr>
        <p:spPr>
          <a:xfrm>
            <a:off x="6285142" y="1683978"/>
            <a:ext cx="2617384" cy="2055004"/>
          </a:xfrm>
          <a:prstGeom prst="roundRect">
            <a:avLst>
              <a:gd name="adj" fmla="val 8369"/>
            </a:avLst>
          </a:prstGeom>
          <a:solidFill>
            <a:schemeClr val="accent4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DC5774F7-5FD2-8C9B-62FC-F39BE1EDCD6D}"/>
              </a:ext>
            </a:extLst>
          </p:cNvPr>
          <p:cNvSpPr/>
          <p:nvPr/>
        </p:nvSpPr>
        <p:spPr>
          <a:xfrm>
            <a:off x="9128246" y="3962004"/>
            <a:ext cx="2617384" cy="2055004"/>
          </a:xfrm>
          <a:prstGeom prst="roundRect">
            <a:avLst>
              <a:gd name="adj" fmla="val 8369"/>
            </a:avLst>
          </a:prstGeom>
          <a:solidFill>
            <a:schemeClr val="accent4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ounded Rectangle 14">
            <a:extLst>
              <a:ext uri="{FF2B5EF4-FFF2-40B4-BE49-F238E27FC236}">
                <a16:creationId xmlns:a16="http://schemas.microsoft.com/office/drawing/2014/main" id="{0F661685-A233-ED24-AC28-733C88F2A1B0}"/>
              </a:ext>
            </a:extLst>
          </p:cNvPr>
          <p:cNvSpPr/>
          <p:nvPr/>
        </p:nvSpPr>
        <p:spPr>
          <a:xfrm>
            <a:off x="591290" y="3962004"/>
            <a:ext cx="2617384" cy="2055004"/>
          </a:xfrm>
          <a:prstGeom prst="roundRect">
            <a:avLst>
              <a:gd name="adj" fmla="val 8369"/>
            </a:avLst>
          </a:prstGeom>
          <a:solidFill>
            <a:schemeClr val="accent4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2DBF740D-CBD5-406E-A0F3-AABCA9A9F408}"/>
              </a:ext>
            </a:extLst>
          </p:cNvPr>
          <p:cNvSpPr/>
          <p:nvPr/>
        </p:nvSpPr>
        <p:spPr>
          <a:xfrm>
            <a:off x="3443586" y="3962004"/>
            <a:ext cx="2617384" cy="2055004"/>
          </a:xfrm>
          <a:prstGeom prst="roundRect">
            <a:avLst>
              <a:gd name="adj" fmla="val 8369"/>
            </a:avLst>
          </a:prstGeom>
          <a:solidFill>
            <a:schemeClr val="accent4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B56B0532-4A3D-A32C-B2F1-7B3177D06D8E}"/>
              </a:ext>
            </a:extLst>
          </p:cNvPr>
          <p:cNvSpPr/>
          <p:nvPr/>
        </p:nvSpPr>
        <p:spPr>
          <a:xfrm>
            <a:off x="6285142" y="3962004"/>
            <a:ext cx="2617384" cy="2055004"/>
          </a:xfrm>
          <a:prstGeom prst="roundRect">
            <a:avLst>
              <a:gd name="adj" fmla="val 8369"/>
            </a:avLst>
          </a:prstGeom>
          <a:solidFill>
            <a:schemeClr val="accent4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F7C06B11-9F0F-22C2-1A70-9DFD8BCAD6AE}"/>
              </a:ext>
            </a:extLst>
          </p:cNvPr>
          <p:cNvSpPr/>
          <p:nvPr/>
        </p:nvSpPr>
        <p:spPr>
          <a:xfrm>
            <a:off x="3443586" y="1683978"/>
            <a:ext cx="2617384" cy="2055004"/>
          </a:xfrm>
          <a:prstGeom prst="roundRect">
            <a:avLst>
              <a:gd name="adj" fmla="val 8369"/>
            </a:avLst>
          </a:prstGeom>
          <a:solidFill>
            <a:schemeClr val="accent4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0A2C60DB-2655-D718-9584-352C268D71B3}"/>
              </a:ext>
            </a:extLst>
          </p:cNvPr>
          <p:cNvSpPr/>
          <p:nvPr/>
        </p:nvSpPr>
        <p:spPr>
          <a:xfrm>
            <a:off x="591290" y="1683978"/>
            <a:ext cx="2617384" cy="2055004"/>
          </a:xfrm>
          <a:prstGeom prst="roundRect">
            <a:avLst>
              <a:gd name="adj" fmla="val 8369"/>
            </a:avLst>
          </a:prstGeom>
          <a:solidFill>
            <a:schemeClr val="accent4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510FD37-40E6-8C0D-FE07-5D2151250F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2145" y="5281574"/>
            <a:ext cx="2158106" cy="53425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ED6A8CE-5177-29F9-4A06-99AF69D5731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12145" y="4243304"/>
            <a:ext cx="2158106" cy="1038271"/>
          </a:xfrm>
        </p:spPr>
        <p:txBody>
          <a:bodyPr tIns="0" anchor="b" anchorCtr="0"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381B13D-7347-99C1-7CE1-FDBE7C571C8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659610" y="5281574"/>
            <a:ext cx="2158106" cy="53425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3EDF4B3-F085-E044-0B10-B355EFAB3F5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659610" y="4243304"/>
            <a:ext cx="2158106" cy="1038271"/>
          </a:xfrm>
        </p:spPr>
        <p:txBody>
          <a:bodyPr tIns="0" anchor="b" anchorCtr="0"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631450E-DB84-B817-900F-DEFEEFC56E4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539930" y="5281574"/>
            <a:ext cx="2158106" cy="53425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7A646817-FBED-AFE3-6ACD-AEEC0020369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539930" y="4243304"/>
            <a:ext cx="2158106" cy="1038271"/>
          </a:xfrm>
        </p:spPr>
        <p:txBody>
          <a:bodyPr tIns="0" anchor="b" anchorCtr="0"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AF77F7-C1AB-1720-B8CD-732D30742A2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358516" y="5281574"/>
            <a:ext cx="2158106" cy="53425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2E78CBD6-DC52-956F-8CA2-B2832D18241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9358516" y="4243304"/>
            <a:ext cx="2158106" cy="1038271"/>
          </a:xfrm>
        </p:spPr>
        <p:txBody>
          <a:bodyPr tIns="0" anchor="b" anchorCtr="0"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F8F5905-CF6E-2FC6-DA6C-74A6915AD3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12145" y="3018072"/>
            <a:ext cx="2158106" cy="53425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343F5F51-4A11-5F53-510C-5B9D2410E5CD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12145" y="1979802"/>
            <a:ext cx="2158106" cy="1038271"/>
          </a:xfrm>
        </p:spPr>
        <p:txBody>
          <a:bodyPr tIns="0" anchor="b" anchorCtr="0"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633B772-B181-C76F-E6D3-15E9D5A710B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659610" y="3018072"/>
            <a:ext cx="2158106" cy="53425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3922F505-F35C-95DE-ACD0-A9AFC9AA4F9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3659610" y="1979802"/>
            <a:ext cx="2158106" cy="1038271"/>
          </a:xfrm>
        </p:spPr>
        <p:txBody>
          <a:bodyPr tIns="0" anchor="b" anchorCtr="0"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95C763B-30A9-284D-9999-8D63172BE1E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539930" y="3018072"/>
            <a:ext cx="2158106" cy="53425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1229EA56-BD6D-2F94-74F8-BD638BE98F6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539930" y="1979802"/>
            <a:ext cx="2158106" cy="1038271"/>
          </a:xfrm>
        </p:spPr>
        <p:txBody>
          <a:bodyPr tIns="0" anchor="b" anchorCtr="0"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8CA3149C-60CA-FFC3-BEC7-3A61659D3D0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358516" y="3018072"/>
            <a:ext cx="2158106" cy="53425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FF4ACC2C-4903-991C-978D-80C6B2A43D08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358516" y="1979802"/>
            <a:ext cx="2158106" cy="1038271"/>
          </a:xfrm>
        </p:spPr>
        <p:txBody>
          <a:bodyPr tIns="0" anchor="b" anchorCtr="0"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pic>
        <p:nvPicPr>
          <p:cNvPr id="30" name="Graphic 8">
            <a:extLst>
              <a:ext uri="{FF2B5EF4-FFF2-40B4-BE49-F238E27FC236}">
                <a16:creationId xmlns:a16="http://schemas.microsoft.com/office/drawing/2014/main" id="{3C29B402-136B-768D-E9EF-8EA7ADB5D9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593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935548E-0A86-514C-930F-EAE7D57B9E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9082"/>
          <a:stretch>
            <a:fillRect/>
          </a:stretch>
        </p:blipFill>
        <p:spPr>
          <a:xfrm rot="16200000">
            <a:off x="5988341" y="654341"/>
            <a:ext cx="6858000" cy="554931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A6A8382-14D2-1A4F-3615-A7281907B3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4409" y="1488724"/>
            <a:ext cx="10126446" cy="2662862"/>
          </a:xfrm>
        </p:spPr>
        <p:txBody>
          <a:bodyPr anchor="ctr"/>
          <a:lstStyle>
            <a:lvl1pPr algn="l">
              <a:defRPr sz="4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“Click to edit Master title style and add the quote here. Try to keep it to less than three total lines.”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7C85A57-1B8B-BD71-C89B-CC7066CD5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19192" y="4849158"/>
            <a:ext cx="3876808" cy="855677"/>
          </a:xfrm>
        </p:spPr>
        <p:txBody>
          <a:bodyPr anchor="ctr"/>
          <a:lstStyle>
            <a:lvl1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defRPr sz="1400">
                <a:solidFill>
                  <a:schemeClr val="accent3"/>
                </a:solidFill>
              </a:defRPr>
            </a:lvl5pPr>
          </a:lstStyle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4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FIRSTNAME LASTNAME</a:t>
            </a:r>
          </a:p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COMPANY NAME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lvl="4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6893C9-840B-FC1A-9918-1A3CBE2F9BA9}"/>
              </a:ext>
            </a:extLst>
          </p:cNvPr>
          <p:cNvSpPr/>
          <p:nvPr userDrawn="1"/>
        </p:nvSpPr>
        <p:spPr>
          <a:xfrm>
            <a:off x="1845578" y="4844320"/>
            <a:ext cx="100668" cy="8556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39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0DC3ED58-35CA-8232-EE0F-7C372D6943A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7914309" y="1444363"/>
            <a:ext cx="3785603" cy="3785603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tIns="129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F992687D-240D-5A45-EC86-6605FB25DB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1028" y="1750902"/>
            <a:ext cx="6586451" cy="2140943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800"/>
            </a:lvl1pPr>
          </a:lstStyle>
          <a:p>
            <a:pPr lvl="0"/>
            <a:r>
              <a:rPr lang="en-US"/>
              <a:t>“Really big quote from a great customer that we love and appreciate so very, very, very much.”</a:t>
            </a:r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0B6891E7-9A37-046F-25D2-3BE974BA44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3EE3C10-D148-AD4A-2C45-FAD5A62031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03898" y="4807728"/>
            <a:ext cx="3876808" cy="855677"/>
          </a:xfrm>
        </p:spPr>
        <p:txBody>
          <a:bodyPr anchor="ctr"/>
          <a:lstStyle>
            <a:lvl1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defRPr sz="1400">
                <a:solidFill>
                  <a:schemeClr val="accent3"/>
                </a:solidFill>
              </a:defRPr>
            </a:lvl5pPr>
          </a:lstStyle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4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FIRSTNAME LASTNAME</a:t>
            </a:r>
          </a:p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COMPANY NAME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lvl="4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E4412-0F1A-51B2-8F5A-F7DF26767D43}"/>
              </a:ext>
            </a:extLst>
          </p:cNvPr>
          <p:cNvSpPr/>
          <p:nvPr userDrawn="1"/>
        </p:nvSpPr>
        <p:spPr>
          <a:xfrm>
            <a:off x="1430284" y="4802890"/>
            <a:ext cx="100668" cy="8556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C488EC-6150-2552-61B3-0D62B990BD6D}"/>
              </a:ext>
            </a:extLst>
          </p:cNvPr>
          <p:cNvGrpSpPr/>
          <p:nvPr userDrawn="1"/>
        </p:nvGrpSpPr>
        <p:grpSpPr>
          <a:xfrm>
            <a:off x="825184" y="1194594"/>
            <a:ext cx="1508116" cy="249772"/>
            <a:chOff x="787471" y="1495140"/>
            <a:chExt cx="1508116" cy="24977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8DD4DC9-428C-6E64-EACE-E1226A889609}"/>
                </a:ext>
              </a:extLst>
            </p:cNvPr>
            <p:cNvSpPr/>
            <p:nvPr userDrawn="1"/>
          </p:nvSpPr>
          <p:spPr>
            <a:xfrm>
              <a:off x="787471" y="1495143"/>
              <a:ext cx="249769" cy="24976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375129F-6271-EE1B-717C-29D608F37CC3}"/>
                </a:ext>
              </a:extLst>
            </p:cNvPr>
            <p:cNvSpPr/>
            <p:nvPr userDrawn="1"/>
          </p:nvSpPr>
          <p:spPr>
            <a:xfrm>
              <a:off x="1206920" y="1495141"/>
              <a:ext cx="249769" cy="24976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07812F4-D508-657E-B777-A35982978344}"/>
                </a:ext>
              </a:extLst>
            </p:cNvPr>
            <p:cNvSpPr/>
            <p:nvPr userDrawn="1"/>
          </p:nvSpPr>
          <p:spPr>
            <a:xfrm>
              <a:off x="1626369" y="1495141"/>
              <a:ext cx="249769" cy="24976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C4C4AC-CC41-BF7E-5BE7-FB56D949549D}"/>
                </a:ext>
              </a:extLst>
            </p:cNvPr>
            <p:cNvSpPr/>
            <p:nvPr userDrawn="1"/>
          </p:nvSpPr>
          <p:spPr>
            <a:xfrm>
              <a:off x="2045818" y="1495140"/>
              <a:ext cx="249769" cy="24976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46039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 + Stats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-side Corner of Rectangle 6">
            <a:extLst>
              <a:ext uri="{FF2B5EF4-FFF2-40B4-BE49-F238E27FC236}">
                <a16:creationId xmlns:a16="http://schemas.microsoft.com/office/drawing/2014/main" id="{867818FE-EBD2-350C-3335-D8217CED484E}"/>
              </a:ext>
            </a:extLst>
          </p:cNvPr>
          <p:cNvSpPr/>
          <p:nvPr/>
        </p:nvSpPr>
        <p:spPr>
          <a:xfrm>
            <a:off x="0" y="4070454"/>
            <a:ext cx="12198457" cy="2787546"/>
          </a:xfrm>
          <a:prstGeom prst="round2SameRect">
            <a:avLst>
              <a:gd name="adj1" fmla="val 20549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644481-B1A1-74FD-0CC0-0D87C056E9CF}"/>
              </a:ext>
            </a:extLst>
          </p:cNvPr>
          <p:cNvSpPr/>
          <p:nvPr/>
        </p:nvSpPr>
        <p:spPr>
          <a:xfrm>
            <a:off x="6568967" y="505119"/>
            <a:ext cx="5076496" cy="507649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24EC41CC-FBFE-63F2-FB3D-15CA6DA537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3048" y="588578"/>
            <a:ext cx="4908332" cy="4908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txBody>
          <a:bodyPr lIns="0" tIns="648000" rIns="0" bIns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9FA55-093C-160B-38B8-D0F6343F8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741" y="406800"/>
            <a:ext cx="5903999" cy="648000"/>
          </a:xfrm>
        </p:spPr>
        <p:txBody>
          <a:bodyPr/>
          <a:lstStyle/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56CDF4BA-AD93-6C26-9483-53B7E87BB7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9" y="1076726"/>
            <a:ext cx="5903999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028C4859-5572-28E9-3DDE-0FC7747E07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54EF5571-54C7-6CE5-3359-EAB1C024205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86919" y="4450620"/>
            <a:ext cx="5903999" cy="1310909"/>
          </a:xfrm>
        </p:spPr>
        <p:txBody>
          <a:bodyPr/>
          <a:lstStyle>
            <a:lvl1pPr>
              <a:spcAft>
                <a:spcPts val="8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Aft>
                <a:spcPts val="7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spcAft>
                <a:spcPts val="5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F8F055B-E981-B605-E8D8-B7040B7554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86919" y="5805265"/>
            <a:ext cx="5903999" cy="199026"/>
          </a:xfrm>
        </p:spPr>
        <p:txBody>
          <a:bodyPr/>
          <a:lstStyle>
            <a:lvl1pPr>
              <a:spcAft>
                <a:spcPts val="800"/>
              </a:spcAft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Aft>
                <a:spcPts val="700"/>
              </a:spcAft>
              <a:buClr>
                <a:schemeClr val="bg1"/>
              </a:buClr>
              <a:defRPr sz="11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defRPr sz="1050">
                <a:solidFill>
                  <a:schemeClr val="bg1"/>
                </a:solidFill>
              </a:defRPr>
            </a:lvl3pPr>
            <a:lvl4pPr>
              <a:spcAft>
                <a:spcPts val="500"/>
              </a:spcAft>
              <a:buClr>
                <a:schemeClr val="bg1"/>
              </a:buClr>
              <a:defRPr sz="8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C7A9C274-1894-95FA-127B-E2EDA8B648D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86919" y="6031842"/>
            <a:ext cx="5903999" cy="199026"/>
          </a:xfrm>
        </p:spPr>
        <p:txBody>
          <a:bodyPr/>
          <a:lstStyle>
            <a:lvl1pPr>
              <a:spcAft>
                <a:spcPts val="800"/>
              </a:spcAft>
              <a:buClr>
                <a:schemeClr val="bg1"/>
              </a:buClr>
              <a:defRPr sz="1100">
                <a:solidFill>
                  <a:schemeClr val="bg2"/>
                </a:solidFill>
              </a:defRPr>
            </a:lvl1pPr>
            <a:lvl2pPr>
              <a:spcAft>
                <a:spcPts val="700"/>
              </a:spcAft>
              <a:buClr>
                <a:schemeClr val="bg1"/>
              </a:buClr>
              <a:defRPr sz="11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defRPr sz="1050">
                <a:solidFill>
                  <a:schemeClr val="bg1"/>
                </a:solidFill>
              </a:defRPr>
            </a:lvl3pPr>
            <a:lvl4pPr>
              <a:spcAft>
                <a:spcPts val="500"/>
              </a:spcAft>
              <a:buClr>
                <a:schemeClr val="bg1"/>
              </a:buClr>
              <a:defRPr sz="8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ound Same-side Corner of Rectangle 6">
            <a:extLst>
              <a:ext uri="{FF2B5EF4-FFF2-40B4-BE49-F238E27FC236}">
                <a16:creationId xmlns:a16="http://schemas.microsoft.com/office/drawing/2014/main" id="{44F8819C-2D2F-1AA2-938D-83EEDA8B1B16}"/>
              </a:ext>
            </a:extLst>
          </p:cNvPr>
          <p:cNvSpPr/>
          <p:nvPr userDrawn="1"/>
        </p:nvSpPr>
        <p:spPr>
          <a:xfrm>
            <a:off x="0" y="4070454"/>
            <a:ext cx="12198457" cy="2787546"/>
          </a:xfrm>
          <a:prstGeom prst="round2SameRect">
            <a:avLst>
              <a:gd name="adj1" fmla="val 20549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3A1F31-9D2D-AE7E-DD93-ECC6B12EC419}"/>
              </a:ext>
            </a:extLst>
          </p:cNvPr>
          <p:cNvSpPr/>
          <p:nvPr userDrawn="1"/>
        </p:nvSpPr>
        <p:spPr>
          <a:xfrm>
            <a:off x="6568967" y="505119"/>
            <a:ext cx="5076496" cy="507649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52FDFFC6-5B9A-CA64-184B-B2C5B566F2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261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Page 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319A-107F-0CC1-E4D5-3CA74F9A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1272648"/>
            <a:ext cx="11232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3A0F9E4-1567-18B7-1424-E0CEB2FBA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918" y="1942574"/>
            <a:ext cx="11232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DF28F59-D44A-AFF4-8CE1-AA99B9B50572}"/>
              </a:ext>
            </a:extLst>
          </p:cNvPr>
          <p:cNvSpPr/>
          <p:nvPr/>
        </p:nvSpPr>
        <p:spPr>
          <a:xfrm>
            <a:off x="510138" y="2613948"/>
            <a:ext cx="2706935" cy="3359217"/>
          </a:xfrm>
          <a:prstGeom prst="roundRect">
            <a:avLst>
              <a:gd name="adj" fmla="val 4698"/>
            </a:avLst>
          </a:prstGeom>
          <a:solidFill>
            <a:schemeClr val="accent1"/>
          </a:solidFill>
          <a:ln>
            <a:noFill/>
          </a:ln>
          <a:effectLst>
            <a:outerShdw blurRad="270700" dist="25400" dir="468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0345792-70D9-E4E0-0B26-D3062A0546DC}"/>
              </a:ext>
            </a:extLst>
          </p:cNvPr>
          <p:cNvSpPr/>
          <p:nvPr/>
        </p:nvSpPr>
        <p:spPr>
          <a:xfrm>
            <a:off x="3343360" y="2613948"/>
            <a:ext cx="2706935" cy="3359217"/>
          </a:xfrm>
          <a:prstGeom prst="roundRect">
            <a:avLst>
              <a:gd name="adj" fmla="val 4698"/>
            </a:avLst>
          </a:prstGeom>
          <a:solidFill>
            <a:schemeClr val="tx2"/>
          </a:solidFill>
          <a:ln>
            <a:noFill/>
          </a:ln>
          <a:effectLst>
            <a:outerShdw blurRad="270700" dist="25400" dir="468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ACD87A5-B62E-E1BD-3707-790F3DC0B67C}"/>
              </a:ext>
            </a:extLst>
          </p:cNvPr>
          <p:cNvSpPr/>
          <p:nvPr/>
        </p:nvSpPr>
        <p:spPr>
          <a:xfrm>
            <a:off x="6176582" y="2613948"/>
            <a:ext cx="2706935" cy="3359217"/>
          </a:xfrm>
          <a:prstGeom prst="roundRect">
            <a:avLst>
              <a:gd name="adj" fmla="val 4698"/>
            </a:avLst>
          </a:prstGeom>
          <a:solidFill>
            <a:schemeClr val="accent1"/>
          </a:solidFill>
          <a:ln>
            <a:noFill/>
          </a:ln>
          <a:effectLst>
            <a:outerShdw blurRad="270700" dist="25400" dir="468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CE4CC4F-3917-F806-6A47-9503B5EBCF8A}"/>
              </a:ext>
            </a:extLst>
          </p:cNvPr>
          <p:cNvSpPr/>
          <p:nvPr/>
        </p:nvSpPr>
        <p:spPr>
          <a:xfrm>
            <a:off x="9009805" y="2613948"/>
            <a:ext cx="2706935" cy="3359217"/>
          </a:xfrm>
          <a:prstGeom prst="roundRect">
            <a:avLst>
              <a:gd name="adj" fmla="val 4698"/>
            </a:avLst>
          </a:prstGeom>
          <a:solidFill>
            <a:schemeClr val="tx2"/>
          </a:solidFill>
          <a:ln>
            <a:noFill/>
          </a:ln>
          <a:effectLst>
            <a:outerShdw blurRad="270700" dist="25400" dir="468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7ACBD494-866B-BDE8-E040-0DF4B682E07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7605" y="4038138"/>
            <a:ext cx="2232000" cy="252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 marL="432000" indent="0">
              <a:buNone/>
              <a:defRPr>
                <a:solidFill>
                  <a:schemeClr val="bg1"/>
                </a:solidFill>
              </a:defRPr>
            </a:lvl3pPr>
            <a:lvl4pPr marL="576000" indent="0">
              <a:buNone/>
              <a:defRPr>
                <a:solidFill>
                  <a:schemeClr val="bg1"/>
                </a:solidFill>
              </a:defRPr>
            </a:lvl4pPr>
            <a:lvl5pPr marL="7272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  <a:endParaRPr lang="en-US"/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E0D2EEF5-FBB1-F547-84B2-2CC5EF78D0C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47605" y="4353740"/>
            <a:ext cx="2232000" cy="1374775"/>
          </a:xfrm>
        </p:spPr>
        <p:txBody>
          <a:bodyPr/>
          <a:lstStyle>
            <a:lvl1pPr>
              <a:spcAft>
                <a:spcPts val="8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>
              <a:spcAft>
                <a:spcPts val="7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>
              <a:spcAft>
                <a:spcPts val="5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8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buFont typeface="Arial" panose="020B0604020202020204" pitchFamily="34" charset="0"/>
              <a:buChar char="•"/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4" name="Text Placeholder 42">
            <a:extLst>
              <a:ext uri="{FF2B5EF4-FFF2-40B4-BE49-F238E27FC236}">
                <a16:creationId xmlns:a16="http://schemas.microsoft.com/office/drawing/2014/main" id="{1B8608FE-8FE9-B31A-B2CD-820513D1DDA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80827" y="4038138"/>
            <a:ext cx="2232000" cy="252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 marL="432000" indent="0">
              <a:buNone/>
              <a:defRPr>
                <a:solidFill>
                  <a:schemeClr val="bg1"/>
                </a:solidFill>
              </a:defRPr>
            </a:lvl3pPr>
            <a:lvl4pPr marL="576000" indent="0">
              <a:buNone/>
              <a:defRPr>
                <a:solidFill>
                  <a:schemeClr val="bg1"/>
                </a:solidFill>
              </a:defRPr>
            </a:lvl4pPr>
            <a:lvl5pPr marL="7272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  <a:endParaRPr lang="en-US"/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A7764510-A9C2-408B-E300-B5B7C5F06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0827" y="4353740"/>
            <a:ext cx="2232000" cy="1374775"/>
          </a:xfrm>
        </p:spPr>
        <p:txBody>
          <a:bodyPr/>
          <a:lstStyle>
            <a:lvl1pPr>
              <a:spcAft>
                <a:spcPts val="8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>
              <a:spcAft>
                <a:spcPts val="7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>
              <a:spcAft>
                <a:spcPts val="5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8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buFont typeface="Arial" panose="020B0604020202020204" pitchFamily="34" charset="0"/>
              <a:buChar char="•"/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B2CC62F7-6FF0-9276-2023-70BB65C9D75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14049" y="4038138"/>
            <a:ext cx="2232000" cy="252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 marL="432000" indent="0">
              <a:buNone/>
              <a:defRPr>
                <a:solidFill>
                  <a:schemeClr val="bg1"/>
                </a:solidFill>
              </a:defRPr>
            </a:lvl3pPr>
            <a:lvl4pPr marL="576000" indent="0">
              <a:buNone/>
              <a:defRPr>
                <a:solidFill>
                  <a:schemeClr val="bg1"/>
                </a:solidFill>
              </a:defRPr>
            </a:lvl4pPr>
            <a:lvl5pPr marL="7272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  <a:endParaRPr lang="en-US"/>
          </a:p>
        </p:txBody>
      </p:sp>
      <p:sp>
        <p:nvSpPr>
          <p:cNvPr id="65" name="Text Placeholder 47">
            <a:extLst>
              <a:ext uri="{FF2B5EF4-FFF2-40B4-BE49-F238E27FC236}">
                <a16:creationId xmlns:a16="http://schemas.microsoft.com/office/drawing/2014/main" id="{589070BB-E57F-4A78-7A10-A7EF7E3E951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14049" y="4353740"/>
            <a:ext cx="2232000" cy="1374775"/>
          </a:xfrm>
        </p:spPr>
        <p:txBody>
          <a:bodyPr/>
          <a:lstStyle>
            <a:lvl1pPr>
              <a:spcAft>
                <a:spcPts val="8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>
              <a:spcAft>
                <a:spcPts val="7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>
              <a:spcAft>
                <a:spcPts val="5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8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buFont typeface="Arial" panose="020B0604020202020204" pitchFamily="34" charset="0"/>
              <a:buChar char="•"/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0" name="Text Placeholder 42">
            <a:extLst>
              <a:ext uri="{FF2B5EF4-FFF2-40B4-BE49-F238E27FC236}">
                <a16:creationId xmlns:a16="http://schemas.microsoft.com/office/drawing/2014/main" id="{013BDD08-6BA9-BBD2-509F-77FF80917C0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47272" y="4038138"/>
            <a:ext cx="2232000" cy="252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 marL="432000" indent="0">
              <a:buNone/>
              <a:defRPr>
                <a:solidFill>
                  <a:schemeClr val="bg1"/>
                </a:solidFill>
              </a:defRPr>
            </a:lvl3pPr>
            <a:lvl4pPr marL="576000" indent="0">
              <a:buNone/>
              <a:defRPr>
                <a:solidFill>
                  <a:schemeClr val="bg1"/>
                </a:solidFill>
              </a:defRPr>
            </a:lvl4pPr>
            <a:lvl5pPr marL="7272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  <a:endParaRPr lang="en-US"/>
          </a:p>
        </p:txBody>
      </p:sp>
      <p:sp>
        <p:nvSpPr>
          <p:cNvPr id="73" name="Text Placeholder 47">
            <a:extLst>
              <a:ext uri="{FF2B5EF4-FFF2-40B4-BE49-F238E27FC236}">
                <a16:creationId xmlns:a16="http://schemas.microsoft.com/office/drawing/2014/main" id="{BA03C342-B4A9-0301-0A92-5D98309B373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247272" y="4353740"/>
            <a:ext cx="2232000" cy="1374775"/>
          </a:xfrm>
        </p:spPr>
        <p:txBody>
          <a:bodyPr/>
          <a:lstStyle>
            <a:lvl1pPr>
              <a:spcAft>
                <a:spcPts val="8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>
              <a:spcAft>
                <a:spcPts val="7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>
              <a:spcAft>
                <a:spcPts val="5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8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buFont typeface="Arial" panose="020B0604020202020204" pitchFamily="34" charset="0"/>
              <a:buChar char="•"/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ounded Rectangle 29">
            <a:extLst>
              <a:ext uri="{FF2B5EF4-FFF2-40B4-BE49-F238E27FC236}">
                <a16:creationId xmlns:a16="http://schemas.microsoft.com/office/drawing/2014/main" id="{9E648774-EDB6-D0D0-C712-948012D536BB}"/>
              </a:ext>
            </a:extLst>
          </p:cNvPr>
          <p:cNvSpPr/>
          <p:nvPr userDrawn="1"/>
        </p:nvSpPr>
        <p:spPr>
          <a:xfrm>
            <a:off x="510138" y="2613948"/>
            <a:ext cx="2706935" cy="3359217"/>
          </a:xfrm>
          <a:prstGeom prst="roundRect">
            <a:avLst>
              <a:gd name="adj" fmla="val 4698"/>
            </a:avLst>
          </a:prstGeom>
          <a:solidFill>
            <a:schemeClr val="accent4"/>
          </a:solidFill>
          <a:ln>
            <a:noFill/>
          </a:ln>
          <a:effectLst>
            <a:outerShdw blurRad="270700" dist="25400" dir="468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30">
            <a:extLst>
              <a:ext uri="{FF2B5EF4-FFF2-40B4-BE49-F238E27FC236}">
                <a16:creationId xmlns:a16="http://schemas.microsoft.com/office/drawing/2014/main" id="{6F29F0ED-EDBA-32FF-81A2-8CCC137DDAD9}"/>
              </a:ext>
            </a:extLst>
          </p:cNvPr>
          <p:cNvSpPr/>
          <p:nvPr userDrawn="1"/>
        </p:nvSpPr>
        <p:spPr>
          <a:xfrm>
            <a:off x="3343360" y="2613948"/>
            <a:ext cx="2706935" cy="3359217"/>
          </a:xfrm>
          <a:prstGeom prst="roundRect">
            <a:avLst>
              <a:gd name="adj" fmla="val 4698"/>
            </a:avLst>
          </a:prstGeom>
          <a:solidFill>
            <a:schemeClr val="accent4"/>
          </a:solidFill>
          <a:ln>
            <a:noFill/>
          </a:ln>
          <a:effectLst>
            <a:outerShdw blurRad="270700" dist="25400" dir="468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31">
            <a:extLst>
              <a:ext uri="{FF2B5EF4-FFF2-40B4-BE49-F238E27FC236}">
                <a16:creationId xmlns:a16="http://schemas.microsoft.com/office/drawing/2014/main" id="{DC165BCC-07F0-D15D-705B-449F940BAF30}"/>
              </a:ext>
            </a:extLst>
          </p:cNvPr>
          <p:cNvSpPr/>
          <p:nvPr userDrawn="1"/>
        </p:nvSpPr>
        <p:spPr>
          <a:xfrm>
            <a:off x="6176582" y="2613948"/>
            <a:ext cx="2706935" cy="3359217"/>
          </a:xfrm>
          <a:prstGeom prst="roundRect">
            <a:avLst>
              <a:gd name="adj" fmla="val 4698"/>
            </a:avLst>
          </a:prstGeom>
          <a:solidFill>
            <a:schemeClr val="accent4"/>
          </a:solidFill>
          <a:ln>
            <a:noFill/>
          </a:ln>
          <a:effectLst>
            <a:outerShdw blurRad="270700" dist="25400" dir="468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32">
            <a:extLst>
              <a:ext uri="{FF2B5EF4-FFF2-40B4-BE49-F238E27FC236}">
                <a16:creationId xmlns:a16="http://schemas.microsoft.com/office/drawing/2014/main" id="{14C39132-59DA-2150-9145-E46EB7E65478}"/>
              </a:ext>
            </a:extLst>
          </p:cNvPr>
          <p:cNvSpPr/>
          <p:nvPr userDrawn="1"/>
        </p:nvSpPr>
        <p:spPr>
          <a:xfrm>
            <a:off x="9009805" y="2613948"/>
            <a:ext cx="2706935" cy="3359217"/>
          </a:xfrm>
          <a:prstGeom prst="roundRect">
            <a:avLst>
              <a:gd name="adj" fmla="val 4698"/>
            </a:avLst>
          </a:prstGeom>
          <a:solidFill>
            <a:schemeClr val="accent4"/>
          </a:solidFill>
          <a:ln>
            <a:noFill/>
          </a:ln>
          <a:effectLst>
            <a:outerShdw blurRad="270700" dist="25400" dir="468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2F5A9FC-141E-3DC2-EB88-32A5D9CDE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607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0856D9E6-DAD4-70BF-3F9A-8212B0CBC91A}"/>
              </a:ext>
            </a:extLst>
          </p:cNvPr>
          <p:cNvSpPr/>
          <p:nvPr/>
        </p:nvSpPr>
        <p:spPr>
          <a:xfrm>
            <a:off x="0" y="-1"/>
            <a:ext cx="4819650" cy="6858001"/>
          </a:xfrm>
          <a:custGeom>
            <a:avLst/>
            <a:gdLst>
              <a:gd name="connsiteX0" fmla="*/ 0 w 4819650"/>
              <a:gd name="connsiteY0" fmla="*/ 0 h 6858001"/>
              <a:gd name="connsiteX1" fmla="*/ 4075207 w 4819650"/>
              <a:gd name="connsiteY1" fmla="*/ 0 h 6858001"/>
              <a:gd name="connsiteX2" fmla="*/ 4819650 w 4819650"/>
              <a:gd name="connsiteY2" fmla="*/ 744443 h 6858001"/>
              <a:gd name="connsiteX3" fmla="*/ 4819650 w 4819650"/>
              <a:gd name="connsiteY3" fmla="*/ 5467351 h 6858001"/>
              <a:gd name="connsiteX4" fmla="*/ 4819650 w 4819650"/>
              <a:gd name="connsiteY4" fmla="*/ 6113557 h 6858001"/>
              <a:gd name="connsiteX5" fmla="*/ 4819650 w 4819650"/>
              <a:gd name="connsiteY5" fmla="*/ 6858001 h 6858001"/>
              <a:gd name="connsiteX6" fmla="*/ 3124200 w 4819650"/>
              <a:gd name="connsiteY6" fmla="*/ 6858001 h 6858001"/>
              <a:gd name="connsiteX7" fmla="*/ 3124200 w 4819650"/>
              <a:gd name="connsiteY7" fmla="*/ 6858000 h 6858001"/>
              <a:gd name="connsiteX8" fmla="*/ 0 w 4819650"/>
              <a:gd name="connsiteY8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19650" h="6858001">
                <a:moveTo>
                  <a:pt x="0" y="0"/>
                </a:moveTo>
                <a:lnTo>
                  <a:pt x="4075207" y="0"/>
                </a:lnTo>
                <a:cubicBezTo>
                  <a:pt x="4486352" y="0"/>
                  <a:pt x="4819650" y="333298"/>
                  <a:pt x="4819650" y="744443"/>
                </a:cubicBezTo>
                <a:lnTo>
                  <a:pt x="4819650" y="5467351"/>
                </a:lnTo>
                <a:lnTo>
                  <a:pt x="4819650" y="6113557"/>
                </a:lnTo>
                <a:lnTo>
                  <a:pt x="4819650" y="6858001"/>
                </a:lnTo>
                <a:lnTo>
                  <a:pt x="3124200" y="6858001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8C8E7FE-4335-B8D3-3837-942F8F057292}"/>
              </a:ext>
            </a:extLst>
          </p:cNvPr>
          <p:cNvSpPr/>
          <p:nvPr/>
        </p:nvSpPr>
        <p:spPr>
          <a:xfrm>
            <a:off x="8674571" y="3395384"/>
            <a:ext cx="2570533" cy="2486453"/>
          </a:xfrm>
          <a:prstGeom prst="roundRect">
            <a:avLst>
              <a:gd name="adj" fmla="val 4698"/>
            </a:avLst>
          </a:prstGeom>
          <a:solidFill>
            <a:schemeClr val="accent1"/>
          </a:solidFill>
          <a:ln>
            <a:noFill/>
          </a:ln>
          <a:effectLst>
            <a:outerShdw blurRad="381633" dist="38100" dir="2700000" sx="97000" sy="97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2ACDD2-4CE8-429C-4AE6-E67D3267ECAF}"/>
              </a:ext>
            </a:extLst>
          </p:cNvPr>
          <p:cNvSpPr/>
          <p:nvPr/>
        </p:nvSpPr>
        <p:spPr>
          <a:xfrm>
            <a:off x="5936523" y="3395384"/>
            <a:ext cx="2570533" cy="2486453"/>
          </a:xfrm>
          <a:prstGeom prst="roundRect">
            <a:avLst>
              <a:gd name="adj" fmla="val 4698"/>
            </a:avLst>
          </a:prstGeom>
          <a:solidFill>
            <a:schemeClr val="tx2"/>
          </a:solidFill>
          <a:ln>
            <a:noFill/>
          </a:ln>
          <a:effectLst>
            <a:outerShdw blurRad="381633" dist="38100" dir="2700000" sx="96312" sy="96312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E39716C-0FC0-8400-7EF3-4D8C258725CE}"/>
              </a:ext>
            </a:extLst>
          </p:cNvPr>
          <p:cNvSpPr/>
          <p:nvPr/>
        </p:nvSpPr>
        <p:spPr>
          <a:xfrm>
            <a:off x="8674571" y="723961"/>
            <a:ext cx="2570533" cy="2486453"/>
          </a:xfrm>
          <a:prstGeom prst="roundRect">
            <a:avLst>
              <a:gd name="adj" fmla="val 4698"/>
            </a:avLst>
          </a:prstGeom>
          <a:solidFill>
            <a:schemeClr val="tx2"/>
          </a:solidFill>
          <a:ln>
            <a:noFill/>
          </a:ln>
          <a:effectLst>
            <a:outerShdw blurRad="381633" dist="38100" dir="2700000" sx="95000" sy="95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4BADA21-E320-D8A9-A1D9-8C6D5EED1BE4}"/>
              </a:ext>
            </a:extLst>
          </p:cNvPr>
          <p:cNvSpPr/>
          <p:nvPr/>
        </p:nvSpPr>
        <p:spPr>
          <a:xfrm>
            <a:off x="5936523" y="723961"/>
            <a:ext cx="2570533" cy="2486453"/>
          </a:xfrm>
          <a:prstGeom prst="roundRect">
            <a:avLst>
              <a:gd name="adj" fmla="val 4698"/>
            </a:avLst>
          </a:prstGeom>
          <a:solidFill>
            <a:schemeClr val="accent1"/>
          </a:solidFill>
          <a:ln>
            <a:noFill/>
          </a:ln>
          <a:effectLst>
            <a:outerShdw blurRad="381633" dist="38100" dir="2700000" sx="94955" sy="94955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876B5-7CEA-E667-58BC-338D58D6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70" y="2054831"/>
            <a:ext cx="3932237" cy="934949"/>
          </a:xfrm>
        </p:spPr>
        <p:txBody>
          <a:bodyPr anchor="t" anchorCtr="0"/>
          <a:lstStyle>
            <a:lvl1pPr>
              <a:buClr>
                <a:schemeClr val="bg1"/>
              </a:buCl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78BB9F9-CB98-791F-39AA-3AC28AE68F1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73075" y="3395384"/>
            <a:ext cx="3954463" cy="2506895"/>
          </a:xfrm>
        </p:spPr>
        <p:txBody>
          <a:bodyPr/>
          <a:lstStyle>
            <a:lvl1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>
              <a:spcAft>
                <a:spcPts val="15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95EAAD-0A3E-E6AF-3106-7E6712DB479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142736" y="1941814"/>
            <a:ext cx="2158106" cy="104796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CE29952-E16D-7FDE-035E-56CEF5B45FC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894038" y="1941814"/>
            <a:ext cx="2158106" cy="104796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077731D-B285-668C-8342-A8E7E3DE3A6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142736" y="4613094"/>
            <a:ext cx="2158106" cy="104796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B360200-99F2-7246-FEF3-13E5C44B82C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894038" y="4613094"/>
            <a:ext cx="2158106" cy="104796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E36FA57-41B6-E435-FBE9-AA26A760544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42736" y="4138717"/>
            <a:ext cx="2158106" cy="361364"/>
          </a:xfrm>
        </p:spPr>
        <p:txBody>
          <a:bodyPr anchor="b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1359D3F-4525-C70C-DF81-1EFA2528434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894038" y="4138717"/>
            <a:ext cx="2158106" cy="361364"/>
          </a:xfrm>
        </p:spPr>
        <p:txBody>
          <a:bodyPr anchor="b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5BB7B14-16B7-79CF-D280-59CB435AA5F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142736" y="1484695"/>
            <a:ext cx="2158106" cy="374928"/>
          </a:xfrm>
        </p:spPr>
        <p:txBody>
          <a:bodyPr anchor="b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72DDF94-AE3B-D41B-68A0-902CCD604EC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894038" y="1484695"/>
            <a:ext cx="2158106" cy="374928"/>
          </a:xfrm>
        </p:spPr>
        <p:txBody>
          <a:bodyPr anchor="b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F84A9CEF-3A6F-73EC-990D-2388FAD7FCF1}"/>
              </a:ext>
            </a:extLst>
          </p:cNvPr>
          <p:cNvSpPr/>
          <p:nvPr userDrawn="1"/>
        </p:nvSpPr>
        <p:spPr>
          <a:xfrm>
            <a:off x="8674571" y="3395384"/>
            <a:ext cx="2570533" cy="2486453"/>
          </a:xfrm>
          <a:prstGeom prst="roundRect">
            <a:avLst>
              <a:gd name="adj" fmla="val 4698"/>
            </a:avLst>
          </a:prstGeom>
          <a:solidFill>
            <a:schemeClr val="accent4"/>
          </a:solidFill>
          <a:ln>
            <a:noFill/>
          </a:ln>
          <a:effectLst>
            <a:outerShdw blurRad="381633" dist="38100" dir="2700000" sx="97000" sy="97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4A7799AA-1DD5-8F6A-C319-B97539E906F5}"/>
              </a:ext>
            </a:extLst>
          </p:cNvPr>
          <p:cNvSpPr/>
          <p:nvPr userDrawn="1"/>
        </p:nvSpPr>
        <p:spPr>
          <a:xfrm>
            <a:off x="5936523" y="3395384"/>
            <a:ext cx="2570533" cy="2486453"/>
          </a:xfrm>
          <a:prstGeom prst="roundRect">
            <a:avLst>
              <a:gd name="adj" fmla="val 4698"/>
            </a:avLst>
          </a:prstGeom>
          <a:solidFill>
            <a:schemeClr val="accent4"/>
          </a:solidFill>
          <a:ln>
            <a:noFill/>
          </a:ln>
          <a:effectLst>
            <a:outerShdw blurRad="381633" dist="38100" dir="2700000" sx="96312" sy="96312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C1D0E13F-454A-4512-116E-E525C6B1F934}"/>
              </a:ext>
            </a:extLst>
          </p:cNvPr>
          <p:cNvSpPr/>
          <p:nvPr userDrawn="1"/>
        </p:nvSpPr>
        <p:spPr>
          <a:xfrm>
            <a:off x="8674571" y="723961"/>
            <a:ext cx="2570533" cy="2486453"/>
          </a:xfrm>
          <a:prstGeom prst="roundRect">
            <a:avLst>
              <a:gd name="adj" fmla="val 4698"/>
            </a:avLst>
          </a:prstGeom>
          <a:solidFill>
            <a:schemeClr val="accent4"/>
          </a:solidFill>
          <a:ln>
            <a:noFill/>
          </a:ln>
          <a:effectLst>
            <a:outerShdw blurRad="381633" dist="38100" dir="2700000" sx="95000" sy="95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163DD5F5-66FA-C267-763C-227173F6D6CE}"/>
              </a:ext>
            </a:extLst>
          </p:cNvPr>
          <p:cNvSpPr/>
          <p:nvPr userDrawn="1"/>
        </p:nvSpPr>
        <p:spPr>
          <a:xfrm>
            <a:off x="5936523" y="723961"/>
            <a:ext cx="2570533" cy="2486453"/>
          </a:xfrm>
          <a:prstGeom prst="roundRect">
            <a:avLst>
              <a:gd name="adj" fmla="val 4698"/>
            </a:avLst>
          </a:prstGeom>
          <a:solidFill>
            <a:schemeClr val="accent4"/>
          </a:solidFill>
          <a:ln>
            <a:noFill/>
          </a:ln>
          <a:effectLst>
            <a:outerShdw blurRad="381633" dist="38100" dir="2700000" sx="94955" sy="94955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8">
            <a:extLst>
              <a:ext uri="{FF2B5EF4-FFF2-40B4-BE49-F238E27FC236}">
                <a16:creationId xmlns:a16="http://schemas.microsoft.com/office/drawing/2014/main" id="{F54D2760-F1A4-74BE-0680-1CA122194D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92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Ic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9FC496-C73B-0168-B07A-8DC8B1AFE8C0}"/>
              </a:ext>
            </a:extLst>
          </p:cNvPr>
          <p:cNvSpPr/>
          <p:nvPr/>
        </p:nvSpPr>
        <p:spPr>
          <a:xfrm>
            <a:off x="8288593" y="6303342"/>
            <a:ext cx="3814916" cy="459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8">
            <a:extLst>
              <a:ext uri="{FF2B5EF4-FFF2-40B4-BE49-F238E27FC236}">
                <a16:creationId xmlns:a16="http://schemas.microsoft.com/office/drawing/2014/main" id="{CA7A65EB-366F-E6E5-884E-A15C9D9D59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8ECC95E-CE0D-DF92-2BF0-6C233717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799"/>
            <a:ext cx="11232000" cy="265813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E1676C-2C2C-B83F-1F2E-D1DFEB46A91A}"/>
              </a:ext>
            </a:extLst>
          </p:cNvPr>
          <p:cNvSpPr/>
          <p:nvPr/>
        </p:nvSpPr>
        <p:spPr>
          <a:xfrm>
            <a:off x="1084613" y="3384771"/>
            <a:ext cx="2751117" cy="2611384"/>
          </a:xfrm>
          <a:prstGeom prst="roundRect">
            <a:avLst>
              <a:gd name="adj" fmla="val 8767"/>
            </a:avLst>
          </a:prstGeom>
          <a:solidFill>
            <a:schemeClr val="bg1"/>
          </a:solidFill>
          <a:ln>
            <a:noFill/>
          </a:ln>
          <a:effectLst>
            <a:outerShdw blurRad="398071" dist="38100" dir="2700000" sx="99096" sy="99096" algn="tl" rotWithShape="0">
              <a:prstClr val="black">
                <a:alpha val="2386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3830BAA-35E2-7935-E2D0-55BBF370A8E1}"/>
              </a:ext>
            </a:extLst>
          </p:cNvPr>
          <p:cNvSpPr/>
          <p:nvPr/>
        </p:nvSpPr>
        <p:spPr>
          <a:xfrm>
            <a:off x="4706587" y="3384771"/>
            <a:ext cx="2751117" cy="2611384"/>
          </a:xfrm>
          <a:prstGeom prst="roundRect">
            <a:avLst>
              <a:gd name="adj" fmla="val 8767"/>
            </a:avLst>
          </a:prstGeom>
          <a:solidFill>
            <a:schemeClr val="bg1"/>
          </a:solidFill>
          <a:ln>
            <a:noFill/>
          </a:ln>
          <a:effectLst>
            <a:outerShdw blurRad="398071" dist="38100" dir="2700000" sx="99096" sy="99096" algn="tl" rotWithShape="0">
              <a:prstClr val="black">
                <a:alpha val="2386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55A0C65-9719-1845-D4DC-A5AB9065627D}"/>
              </a:ext>
            </a:extLst>
          </p:cNvPr>
          <p:cNvSpPr/>
          <p:nvPr/>
        </p:nvSpPr>
        <p:spPr>
          <a:xfrm>
            <a:off x="8328561" y="3384771"/>
            <a:ext cx="2751117" cy="2611384"/>
          </a:xfrm>
          <a:prstGeom prst="roundRect">
            <a:avLst>
              <a:gd name="adj" fmla="val 8767"/>
            </a:avLst>
          </a:prstGeom>
          <a:solidFill>
            <a:schemeClr val="bg1"/>
          </a:solidFill>
          <a:ln>
            <a:noFill/>
          </a:ln>
          <a:effectLst>
            <a:outerShdw blurRad="398071" dist="38100" dir="2700000" sx="99096" sy="99096" algn="tl" rotWithShape="0">
              <a:prstClr val="black">
                <a:alpha val="2386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CBBD0EE-A6F4-83F3-0BB9-6A8160E4EF8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72171" y="4639738"/>
            <a:ext cx="2376000" cy="75397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$44+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61A9217-F989-1B27-35A7-5C14355B72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272171" y="5350695"/>
            <a:ext cx="2376000" cy="491308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1245CF2-F3F5-290C-8DDD-882DD79D00F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15406" y="4639738"/>
            <a:ext cx="2376000" cy="75397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$44+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AD6409C-01CF-9A6E-BCA6-DD088B19F83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915406" y="5350695"/>
            <a:ext cx="2376000" cy="491308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BBE81F5-3C13-8F4A-E3B9-FACBCB749B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537067" y="4639738"/>
            <a:ext cx="2376000" cy="75397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$44+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BFD7BF37-3383-4245-BCAC-E648B08B5B0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537067" y="5350695"/>
            <a:ext cx="2376000" cy="491308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E1FD10-DAE8-39F2-AA1C-2A517167CC0D}"/>
              </a:ext>
            </a:extLst>
          </p:cNvPr>
          <p:cNvSpPr/>
          <p:nvPr userDrawn="1"/>
        </p:nvSpPr>
        <p:spPr>
          <a:xfrm>
            <a:off x="8288593" y="6303342"/>
            <a:ext cx="3814916" cy="459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DEC5E536-C447-2C49-AF11-9071F456C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1584FF4C-3036-2131-3955-C60B6E7E6789}"/>
              </a:ext>
            </a:extLst>
          </p:cNvPr>
          <p:cNvSpPr/>
          <p:nvPr userDrawn="1"/>
        </p:nvSpPr>
        <p:spPr>
          <a:xfrm>
            <a:off x="1084613" y="3384771"/>
            <a:ext cx="2751117" cy="2611384"/>
          </a:xfrm>
          <a:prstGeom prst="roundRect">
            <a:avLst>
              <a:gd name="adj" fmla="val 8767"/>
            </a:avLst>
          </a:prstGeom>
          <a:solidFill>
            <a:schemeClr val="bg1"/>
          </a:solidFill>
          <a:ln>
            <a:noFill/>
          </a:ln>
          <a:effectLst>
            <a:outerShdw blurRad="398071" dist="38100" dir="2700000" sx="99096" sy="99096" algn="tl" rotWithShape="0">
              <a:prstClr val="black">
                <a:alpha val="2386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FEEE2CFC-7D08-5E29-546F-BA140F283004}"/>
              </a:ext>
            </a:extLst>
          </p:cNvPr>
          <p:cNvSpPr/>
          <p:nvPr userDrawn="1"/>
        </p:nvSpPr>
        <p:spPr>
          <a:xfrm>
            <a:off x="4706587" y="3384771"/>
            <a:ext cx="2751117" cy="2611384"/>
          </a:xfrm>
          <a:prstGeom prst="roundRect">
            <a:avLst>
              <a:gd name="adj" fmla="val 8767"/>
            </a:avLst>
          </a:prstGeom>
          <a:solidFill>
            <a:schemeClr val="bg1"/>
          </a:solidFill>
          <a:ln>
            <a:noFill/>
          </a:ln>
          <a:effectLst>
            <a:outerShdw blurRad="398071" dist="38100" dir="2700000" sx="99096" sy="99096" algn="tl" rotWithShape="0">
              <a:prstClr val="black">
                <a:alpha val="2386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09B7B51A-E074-792B-D930-B40EABC6734F}"/>
              </a:ext>
            </a:extLst>
          </p:cNvPr>
          <p:cNvSpPr/>
          <p:nvPr userDrawn="1"/>
        </p:nvSpPr>
        <p:spPr>
          <a:xfrm>
            <a:off x="8328561" y="3384771"/>
            <a:ext cx="2751117" cy="2611384"/>
          </a:xfrm>
          <a:prstGeom prst="roundRect">
            <a:avLst>
              <a:gd name="adj" fmla="val 8767"/>
            </a:avLst>
          </a:prstGeom>
          <a:solidFill>
            <a:schemeClr val="bg1"/>
          </a:solidFill>
          <a:ln>
            <a:noFill/>
          </a:ln>
          <a:effectLst>
            <a:outerShdw blurRad="398071" dist="38100" dir="2700000" sx="99096" sy="99096" algn="tl" rotWithShape="0">
              <a:prstClr val="black">
                <a:alpha val="2386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909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209A8B-2717-01B6-BFD8-A7CD7C6BE62D}"/>
              </a:ext>
            </a:extLst>
          </p:cNvPr>
          <p:cNvSpPr/>
          <p:nvPr/>
        </p:nvSpPr>
        <p:spPr>
          <a:xfrm>
            <a:off x="4897164" y="403654"/>
            <a:ext cx="6837406" cy="5593492"/>
          </a:xfrm>
          <a:prstGeom prst="roundRect">
            <a:avLst>
              <a:gd name="adj" fmla="val 2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876B5-7CEA-E667-58BC-338D58D6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70" y="410966"/>
            <a:ext cx="3932237" cy="934949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C44F283-22E5-2B39-292B-2F47BEFDC08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7176" y="1359118"/>
            <a:ext cx="3950985" cy="612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rgbClr val="7E858C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78BB9F9-CB98-791F-39AA-3AC28AE68F1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73075" y="2321961"/>
            <a:ext cx="3954463" cy="3657599"/>
          </a:xfrm>
        </p:spPr>
        <p:txBody>
          <a:bodyPr/>
          <a:lstStyle>
            <a:lvl1pPr>
              <a:spcAft>
                <a:spcPts val="150"/>
              </a:spcAft>
              <a:buFont typeface="Arial" panose="020B0604020202020204" pitchFamily="34" charset="0"/>
              <a:buChar char="•"/>
              <a:defRPr/>
            </a:lvl1pPr>
            <a:lvl2pPr>
              <a:spcAft>
                <a:spcPts val="150"/>
              </a:spcAft>
              <a:buFont typeface="Arial" panose="020B0604020202020204" pitchFamily="34" charset="0"/>
              <a:buChar char="•"/>
              <a:defRPr/>
            </a:lvl2pPr>
            <a:lvl3pPr>
              <a:spcAft>
                <a:spcPts val="15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4pPr>
            <a:lvl5pPr>
              <a:spcAft>
                <a:spcPts val="15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99D1EF7-C4C6-1C44-4DDA-69C9A4D20E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10895" y="434343"/>
            <a:ext cx="6831691" cy="5578868"/>
          </a:xfrm>
          <a:prstGeom prst="roundRect">
            <a:avLst>
              <a:gd name="adj" fmla="val 2486"/>
            </a:avLst>
          </a:prstGeom>
        </p:spPr>
        <p:txBody>
          <a:bodyPr tIns="1332000" anchor="ctr" anchorCtr="0"/>
          <a:lstStyle>
            <a:lvl1pPr marL="0" indent="0" algn="ctr">
              <a:buNone/>
              <a:defRPr>
                <a:solidFill>
                  <a:schemeClr val="accent4"/>
                </a:solidFill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Click to add graphic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EB83A6D2-D9D6-8746-AB45-42AD8D519E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804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-side Corner of Rectangle 3">
            <a:extLst>
              <a:ext uri="{FF2B5EF4-FFF2-40B4-BE49-F238E27FC236}">
                <a16:creationId xmlns:a16="http://schemas.microsoft.com/office/drawing/2014/main" id="{2C0EEA84-96DE-1B01-820E-86F0BA12D51C}"/>
              </a:ext>
            </a:extLst>
          </p:cNvPr>
          <p:cNvSpPr/>
          <p:nvPr/>
        </p:nvSpPr>
        <p:spPr>
          <a:xfrm rot="16200000">
            <a:off x="5195710" y="-138291"/>
            <a:ext cx="6858000" cy="7134580"/>
          </a:xfrm>
          <a:prstGeom prst="round2SameRect">
            <a:avLst>
              <a:gd name="adj1" fmla="val 10906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630D09AA-5BE4-3589-769A-438E1DC90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740" y="1076726"/>
            <a:ext cx="3960000" cy="393700"/>
          </a:xfrm>
        </p:spPr>
        <p:txBody>
          <a:bodyPr/>
          <a:lstStyle>
            <a:lvl1pPr marL="0" indent="0">
              <a:buNone/>
              <a:defRPr sz="1800">
                <a:solidFill>
                  <a:srgbClr val="7E858C"/>
                </a:solidFill>
              </a:defRPr>
            </a:lvl1pPr>
            <a:lvl2pPr marL="216000" indent="0">
              <a:buNone/>
              <a:defRPr/>
            </a:lvl2pPr>
            <a:lvl3pPr marL="432000" indent="0">
              <a:buNone/>
              <a:defRPr/>
            </a:lvl3pPr>
            <a:lvl4pPr marL="576000" indent="0">
              <a:buNone/>
              <a:defRPr/>
            </a:lvl4pPr>
            <a:lvl5pPr marL="727200" indent="0">
              <a:buNone/>
              <a:defRPr/>
            </a:lvl5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5FB4AE4-2D96-CB27-E0CC-1A21950C97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740" y="1819956"/>
            <a:ext cx="3960000" cy="433301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buFont typeface="Arial" panose="020B0604020202020204" pitchFamily="34" charset="0"/>
              <a:buChar char="•"/>
              <a:defRPr/>
            </a:lvl3pPr>
            <a:lvl4pPr>
              <a:buFont typeface="Arial" panose="020B0604020202020204" pitchFamily="34" charset="0"/>
              <a:buChar char="•"/>
              <a:defRPr/>
            </a:lvl4pPr>
            <a:lvl5pP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CF303B0-EE42-5D87-036F-9C94C9CE6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740" y="406800"/>
            <a:ext cx="3960000" cy="648000"/>
          </a:xfrm>
        </p:spPr>
        <p:txBody>
          <a:bodyPr/>
          <a:lstStyle/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C896CC25-E86E-4C3E-C6A5-8F18CEB3EAA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86400" y="410966"/>
            <a:ext cx="6256338" cy="5578868"/>
          </a:xfrm>
          <a:prstGeom prst="roundRect">
            <a:avLst>
              <a:gd name="adj" fmla="val 2486"/>
            </a:avLst>
          </a:prstGeom>
        </p:spPr>
        <p:txBody>
          <a:bodyPr tIns="1332000"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Click to add graphic</a:t>
            </a:r>
          </a:p>
        </p:txBody>
      </p:sp>
      <p:pic>
        <p:nvPicPr>
          <p:cNvPr id="2" name="Graphic 8">
            <a:extLst>
              <a:ext uri="{FF2B5EF4-FFF2-40B4-BE49-F238E27FC236}">
                <a16:creationId xmlns:a16="http://schemas.microsoft.com/office/drawing/2014/main" id="{063A7A42-E7E5-B6D8-18F2-62DB7E72B0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  <p:sp>
        <p:nvSpPr>
          <p:cNvPr id="3" name="Round Same-side Corner of Rectangle 3">
            <a:extLst>
              <a:ext uri="{FF2B5EF4-FFF2-40B4-BE49-F238E27FC236}">
                <a16:creationId xmlns:a16="http://schemas.microsoft.com/office/drawing/2014/main" id="{94D999CF-C69B-8C08-574A-53DA6804D5BA}"/>
              </a:ext>
            </a:extLst>
          </p:cNvPr>
          <p:cNvSpPr/>
          <p:nvPr userDrawn="1"/>
        </p:nvSpPr>
        <p:spPr>
          <a:xfrm rot="16200000">
            <a:off x="5195710" y="-138291"/>
            <a:ext cx="6858000" cy="7134580"/>
          </a:xfrm>
          <a:prstGeom prst="round2SameRect">
            <a:avLst>
              <a:gd name="adj1" fmla="val 10906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73F83BC7-99B2-ADD3-5CAF-E2293A819D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1652" y="6355739"/>
            <a:ext cx="1647542" cy="17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111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Layout,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C319A-3519-9FF9-C864-C7AED0628299}"/>
              </a:ext>
            </a:extLst>
          </p:cNvPr>
          <p:cNvSpPr/>
          <p:nvPr/>
        </p:nvSpPr>
        <p:spPr>
          <a:xfrm>
            <a:off x="8288593" y="6303342"/>
            <a:ext cx="3814916" cy="459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89B7E986-A1EE-5085-6867-27B8666E0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28592" y="6309978"/>
            <a:ext cx="1521994" cy="16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99264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1DB3C-BFD9-C6DF-7471-F5212EFA4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0" y="406799"/>
            <a:ext cx="11232000" cy="6916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1213A-62AF-7BF8-7ED6-197A65791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741" y="1825625"/>
            <a:ext cx="11232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36956-3D54-7786-407E-8349F1D035F7}"/>
              </a:ext>
            </a:extLst>
          </p:cNvPr>
          <p:cNvSpPr txBox="1"/>
          <p:nvPr/>
        </p:nvSpPr>
        <p:spPr>
          <a:xfrm>
            <a:off x="458432" y="1098411"/>
            <a:ext cx="11241480" cy="3296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7192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697" r:id="rId4"/>
    <p:sldLayoutId id="2147483890" r:id="rId5"/>
    <p:sldLayoutId id="2147483871" r:id="rId6"/>
    <p:sldLayoutId id="2147483712" r:id="rId7"/>
    <p:sldLayoutId id="2147483713" r:id="rId8"/>
    <p:sldLayoutId id="2147483872" r:id="rId9"/>
    <p:sldLayoutId id="2147483698" r:id="rId10"/>
    <p:sldLayoutId id="2147483869" r:id="rId11"/>
    <p:sldLayoutId id="2147483728" r:id="rId12"/>
    <p:sldLayoutId id="2147483886" r:id="rId13"/>
    <p:sldLayoutId id="2147483897" r:id="rId14"/>
    <p:sldLayoutId id="2147483737" r:id="rId15"/>
    <p:sldLayoutId id="2147483739" r:id="rId16"/>
    <p:sldLayoutId id="2147483699" r:id="rId17"/>
    <p:sldLayoutId id="2147483700" r:id="rId18"/>
    <p:sldLayoutId id="2147483701" r:id="rId19"/>
    <p:sldLayoutId id="2147483705" r:id="rId20"/>
    <p:sldLayoutId id="2147483703" r:id="rId21"/>
    <p:sldLayoutId id="2147483896" r:id="rId22"/>
    <p:sldLayoutId id="2147483706" r:id="rId23"/>
    <p:sldLayoutId id="2147483894" r:id="rId24"/>
    <p:sldLayoutId id="2147483891" r:id="rId25"/>
    <p:sldLayoutId id="2147483893" r:id="rId26"/>
    <p:sldLayoutId id="2147483892" r:id="rId27"/>
    <p:sldLayoutId id="2147483731" r:id="rId28"/>
    <p:sldLayoutId id="2147483733" r:id="rId29"/>
    <p:sldLayoutId id="2147483708" r:id="rId30"/>
    <p:sldLayoutId id="2147483709" r:id="rId31"/>
    <p:sldLayoutId id="2147483720" r:id="rId32"/>
    <p:sldLayoutId id="2147483721" r:id="rId33"/>
    <p:sldLayoutId id="2147483722" r:id="rId34"/>
    <p:sldLayoutId id="2147483718" r:id="rId35"/>
    <p:sldLayoutId id="2147483719" r:id="rId36"/>
    <p:sldLayoutId id="2147483723" r:id="rId37"/>
    <p:sldLayoutId id="2147483714" r:id="rId38"/>
    <p:sldLayoutId id="2147483895" r:id="rId39"/>
    <p:sldLayoutId id="2147483725" r:id="rId40"/>
    <p:sldLayoutId id="2147483726" r:id="rId41"/>
    <p:sldLayoutId id="2147483715" r:id="rId42"/>
    <p:sldLayoutId id="2147483717" r:id="rId43"/>
    <p:sldLayoutId id="2147483727" r:id="rId44"/>
    <p:sldLayoutId id="2147483716" r:id="rId45"/>
    <p:sldLayoutId id="2147483735" r:id="rId46"/>
    <p:sldLayoutId id="2147483748" r:id="rId4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1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03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47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8986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tabLst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rhapsodyhealth.sharepoint.com/:f:/r/Shared%20Documents/Marketing/Public/_Rhapsody%20Brand%20Materials/Brand%20Package%20FY26/Word%20and%20PowerPoint%20Templates/PPT%20Templates/PPT%20Images?d=w4ee21a313bf44f5ba48feff1ab130295&amp;csf=1&amp;web=1&amp;e=FVWTNy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8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6.png"/><Relationship Id="rId5" Type="http://schemas.openxmlformats.org/officeDocument/2006/relationships/tags" Target="../tags/tag5.xml"/><Relationship Id="rId10" Type="http://schemas.openxmlformats.org/officeDocument/2006/relationships/image" Target="../media/image25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slideLayout" Target="../slideLayouts/slideLayout4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emf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emf"/><Relationship Id="rId9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3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4.svg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jpe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emf"/><Relationship Id="rId9" Type="http://schemas.openxmlformats.org/officeDocument/2006/relationships/image" Target="../media/image6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7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7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7.em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BDB5358-A7C9-340F-CDC5-76A3FEB82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99" y="4093244"/>
            <a:ext cx="4691299" cy="812802"/>
          </a:xfrm>
        </p:spPr>
        <p:txBody>
          <a:bodyPr/>
          <a:lstStyle/>
          <a:p>
            <a:r>
              <a:rPr lang="en-US"/>
              <a:t>The infrastructure for agent-ready interoperability in healthcare.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428902-EDD6-9528-2B51-41901F6D9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Powerpoint</a:t>
            </a:r>
            <a:r>
              <a:rPr lang="en-US"/>
              <a:t> Template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BBFE4-1040-064E-BD1F-1F30970534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200">
                <a:latin typeface="IBM Plex Mono Medium" panose="020B0609050203000203" pitchFamily="49" charset="0"/>
              </a:rPr>
              <a:t>PREPARED BY MARKETING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109BD-00B9-7E01-C421-A14EA95134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200">
                <a:latin typeface="IBM Plex Mono Medium" panose="020B0609050203000203" pitchFamily="49" charset="0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6829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AED9045-C171-151C-D4E8-EA9BDEF6A4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675B88-FA9E-F853-8E0D-AF69A07F0C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2BEF0-5B1B-634D-A306-4F97C7AC46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200">
                <a:latin typeface="IBM Plex Mono Medium" panose="020B0609050203000203" pitchFamily="49" charset="0"/>
              </a:rPr>
              <a:t>PREPARED FOR [CUSTOMER NAME]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91F10-3B0E-8EB3-4F06-0AB23416A7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200">
                <a:latin typeface="IBM Plex Mono Medium" panose="020B0609050203000203" pitchFamily="49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41053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29CB828-5A67-DF63-B4BD-68AB2F2219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4B9889-BA89-8E35-84A8-B5613BFE72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1BE71-9CB1-9E03-8C9A-3E59225A10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1100">
              <a:latin typeface="IBM Plex Mono Medium" panose="020B0609050203000203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B0404-37F8-2E2D-CF8C-C0ED98B46B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200">
                <a:latin typeface="IBM Plex Mono Medium" panose="020B0609050203000203" pitchFamily="49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178770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9CFEEF-7103-D666-EBBD-7F6E55CC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9150" y="3842700"/>
            <a:ext cx="3706746" cy="1500187"/>
          </a:xfrm>
        </p:spPr>
        <p:txBody>
          <a:bodyPr/>
          <a:lstStyle/>
          <a:p>
            <a:r>
              <a:rPr lang="en-US" sz="1600">
                <a:solidFill>
                  <a:schemeClr val="bg2"/>
                </a:solidFill>
              </a:rPr>
              <a:t>Images for the front covers can be found in </a:t>
            </a:r>
            <a:r>
              <a:rPr lang="en-US" sz="16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folder</a:t>
            </a:r>
            <a:r>
              <a:rPr lang="en-US" sz="16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1796F2-3293-C294-6D18-2B0A4F1E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Front Covers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0FE36-2AC8-56CF-A5E5-D65BC8544AA9}"/>
              </a:ext>
            </a:extLst>
          </p:cNvPr>
          <p:cNvSpPr txBox="1"/>
          <p:nvPr/>
        </p:nvSpPr>
        <p:spPr>
          <a:xfrm>
            <a:off x="4837471" y="368119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15789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35B51-AFEB-BB15-F8C2-7F80462696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01EC775-A333-8818-A44E-FBF2DA17CD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D4FD6B-1220-D975-6865-34DCE7A64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PowerPoint template </a:t>
            </a:r>
            <a:br>
              <a:rPr lang="en-US" sz="4400"/>
            </a:br>
            <a:r>
              <a:rPr lang="en-US" sz="4400"/>
              <a:t>title slide</a:t>
            </a:r>
          </a:p>
        </p:txBody>
      </p:sp>
    </p:spTree>
    <p:extLst>
      <p:ext uri="{BB962C8B-B14F-4D97-AF65-F5344CB8AC3E}">
        <p14:creationId xmlns:p14="http://schemas.microsoft.com/office/powerpoint/2010/main" val="34456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0E79134C-D586-1173-5C4A-8F24FFCE6D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1073" r="21073"/>
          <a:stretch/>
        </p:blipFill>
        <p:spPr/>
      </p:pic>
      <p:sp>
        <p:nvSpPr>
          <p:cNvPr id="13" name="Subtitle 12">
            <a:extLst>
              <a:ext uri="{FF2B5EF4-FFF2-40B4-BE49-F238E27FC236}">
                <a16:creationId xmlns:a16="http://schemas.microsoft.com/office/drawing/2014/main" id="{853BAAD7-D7C4-E102-CD6D-D3AD9CA5F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D4FD6B-1220-D975-6865-34DCE7A64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PowerPoint template </a:t>
            </a:r>
            <a:br>
              <a:rPr lang="en-US" sz="4400"/>
            </a:br>
            <a:r>
              <a:rPr lang="en-US" sz="4400"/>
              <a:t>title slide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1A8020-E265-E224-C2F1-29CABF98F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54" y="1433966"/>
            <a:ext cx="2158120" cy="22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6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D998-557C-F06A-4FC9-0686A049D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PowerPoint template title slide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0B0DA15-FBB2-B716-E5A5-B5F1A1EAD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1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37E28E-797A-00F2-DFE4-8BDB63863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PowerPoint template title slide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6592FB-693F-754C-FF7E-817F8E3D9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1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8AB2-5E48-7F46-2100-3091A3726F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PowerPoint template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785EB-CB98-12B3-CB3B-D92BD233A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1800" b="0">
              <a:solidFill>
                <a:srgbClr val="7E858C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56FE9E4-E27C-4009-0F59-6C4469416C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4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8AB2-5E48-7F46-2100-3091A3726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584200"/>
            <a:ext cx="5759081" cy="2213408"/>
          </a:xfrm>
        </p:spPr>
        <p:txBody>
          <a:bodyPr/>
          <a:lstStyle/>
          <a:p>
            <a:r>
              <a:rPr lang="en-US"/>
              <a:t>PowerPoint template title slide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6FCF6CD-FF39-7690-2A6C-D65D38EFD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3028372"/>
            <a:ext cx="5759080" cy="812802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CA5EF5A-73D0-7105-E01F-EE1FE47DFC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9311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F83DB4-CC32-78E6-86B1-91346506D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3B3408-C32B-33BB-169E-818ACC74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E0BA1-EEDB-8247-99D3-F8D1BC21AA0F}"/>
              </a:ext>
            </a:extLst>
          </p:cNvPr>
          <p:cNvSpPr txBox="1"/>
          <p:nvPr/>
        </p:nvSpPr>
        <p:spPr>
          <a:xfrm>
            <a:off x="823067" y="733121"/>
            <a:ext cx="2610357" cy="3832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/>
                </a:solidFill>
                <a:latin typeface="IBM Plex Mono Medium" panose="020B0609050203000203" pitchFamily="49" charset="0"/>
              </a:rPr>
              <a:t>SECTION #</a:t>
            </a:r>
            <a:endParaRPr lang="en-US" sz="1600">
              <a:solidFill>
                <a:schemeClr val="tx1"/>
              </a:solidFill>
              <a:latin typeface="IBM Plex Mono Medium" panose="020B0609050203000203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46337A-7DFD-9751-A6AA-BB7B004108FD}"/>
              </a:ext>
            </a:extLst>
          </p:cNvPr>
          <p:cNvSpPr/>
          <p:nvPr/>
        </p:nvSpPr>
        <p:spPr>
          <a:xfrm>
            <a:off x="823067" y="542505"/>
            <a:ext cx="33320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698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5F38EE-6D73-BFD8-1519-CB568B441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3A202F-E8D0-7BF0-4D6E-BB051E01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3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D1EC34-C006-BA3B-A479-3B26E9A3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slides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A1E59-5B5B-A842-A410-8B676901E9DB}"/>
              </a:ext>
            </a:extLst>
          </p:cNvPr>
          <p:cNvSpPr txBox="1"/>
          <p:nvPr/>
        </p:nvSpPr>
        <p:spPr>
          <a:xfrm>
            <a:off x="955695" y="57223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DF3BA-6DD3-9974-71E5-D47CA86ACE04}"/>
              </a:ext>
            </a:extLst>
          </p:cNvPr>
          <p:cNvSpPr txBox="1"/>
          <p:nvPr/>
        </p:nvSpPr>
        <p:spPr>
          <a:xfrm>
            <a:off x="1156274" y="88490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AC921-2F61-463E-C4CF-0389A3DF5FB7}"/>
              </a:ext>
            </a:extLst>
          </p:cNvPr>
          <p:cNvSpPr txBox="1"/>
          <p:nvPr/>
        </p:nvSpPr>
        <p:spPr>
          <a:xfrm>
            <a:off x="1699014" y="7964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5763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B88B-11C9-0ADE-0B6C-0730482E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67" y="1409322"/>
            <a:ext cx="5040000" cy="648000"/>
          </a:xfrm>
        </p:spPr>
        <p:txBody>
          <a:bodyPr/>
          <a:lstStyle/>
          <a:p>
            <a:r>
              <a:rPr lang="en-US"/>
              <a:t>What we’ll cover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15F1B-40F1-E26A-2F64-9D301E52D59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2672A-6DF3-C5E9-E638-B6EC0743A33B}"/>
              </a:ext>
            </a:extLst>
          </p:cNvPr>
          <p:cNvSpPr txBox="1"/>
          <p:nvPr/>
        </p:nvSpPr>
        <p:spPr>
          <a:xfrm>
            <a:off x="702023" y="33390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5CA5D093-6B70-9FBD-01C4-B9286187C88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3067" y="2350320"/>
            <a:ext cx="651772" cy="3657599"/>
          </a:xfrm>
          <a:ln>
            <a:noFill/>
          </a:ln>
        </p:spPr>
        <p:txBody>
          <a:bodyPr/>
          <a:lstStyle>
            <a:lvl1pPr>
              <a:spcAft>
                <a:spcPts val="1800"/>
              </a:spcAft>
              <a:buClr>
                <a:schemeClr val="bg1"/>
              </a:buClr>
              <a:buNone/>
              <a:defRPr sz="2000">
                <a:solidFill>
                  <a:schemeClr val="accent3"/>
                </a:solidFill>
                <a:latin typeface="IBM Plex Mono Medium" panose="020B0609050203000203" pitchFamily="49" charset="0"/>
              </a:defRPr>
            </a:lvl1pPr>
            <a:lvl2pPr>
              <a:buClr>
                <a:schemeClr val="bg1"/>
              </a:buClr>
              <a:defRPr sz="1200">
                <a:solidFill>
                  <a:schemeClr val="accent3"/>
                </a:solidFill>
                <a:latin typeface="IBM Plex Mono Medium" panose="020B0609050203000203" pitchFamily="49" charset="0"/>
              </a:defRPr>
            </a:lvl2pPr>
            <a:lvl3pPr>
              <a:buClr>
                <a:schemeClr val="bg1"/>
              </a:buClr>
              <a:defRPr sz="1200">
                <a:solidFill>
                  <a:schemeClr val="accent3"/>
                </a:solidFill>
                <a:latin typeface="IBM Plex Mono Medium" panose="020B0609050203000203" pitchFamily="49" charset="0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  <a:latin typeface="IBM Plex Mono Medium" panose="020B0609050203000203" pitchFamily="49" charset="0"/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  <a:latin typeface="IBM Plex Mono Medium" panose="020B0609050203000203" pitchFamily="49" charset="0"/>
              </a:defRPr>
            </a:lvl5pPr>
          </a:lstStyle>
          <a:p>
            <a:pPr lvl="0"/>
            <a:r>
              <a:rPr lang="en-US">
                <a:solidFill>
                  <a:schemeClr val="bg1"/>
                </a:solidFill>
              </a:rPr>
              <a:t>01</a:t>
            </a:r>
          </a:p>
          <a:p>
            <a:pPr lvl="0"/>
            <a:r>
              <a:rPr lang="en-US">
                <a:solidFill>
                  <a:schemeClr val="bg1"/>
                </a:solidFill>
              </a:rPr>
              <a:t>02</a:t>
            </a:r>
          </a:p>
          <a:p>
            <a:pPr lvl="0"/>
            <a:r>
              <a:rPr lang="en-US">
                <a:solidFill>
                  <a:schemeClr val="bg1"/>
                </a:solidFill>
              </a:rPr>
              <a:t>03</a:t>
            </a:r>
          </a:p>
          <a:p>
            <a:pPr lvl="0"/>
            <a:r>
              <a:rPr lang="en-US">
                <a:solidFill>
                  <a:schemeClr val="bg1"/>
                </a:solidFill>
              </a:rPr>
              <a:t>04</a:t>
            </a:r>
          </a:p>
          <a:p>
            <a:pPr lvl="0"/>
            <a:r>
              <a:rPr lang="en-US">
                <a:solidFill>
                  <a:schemeClr val="bg1"/>
                </a:solidFill>
              </a:rPr>
              <a:t>05</a:t>
            </a:r>
          </a:p>
          <a:p>
            <a:pPr lvl="0"/>
            <a:r>
              <a:rPr lang="en-US">
                <a:solidFill>
                  <a:schemeClr val="bg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76211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D967FC-3043-2E01-6C6C-DDC19E8619D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  <a:p>
            <a:r>
              <a:rPr lang="en-US"/>
              <a:t>Topic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9CF8EE-FEFD-E7EF-94CE-00D112A65BE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/>
              <a:t>01</a:t>
            </a:r>
          </a:p>
          <a:p>
            <a:r>
              <a:rPr lang="en-US"/>
              <a:t>02</a:t>
            </a:r>
          </a:p>
          <a:p>
            <a:r>
              <a:rPr lang="en-US"/>
              <a:t>03</a:t>
            </a:r>
          </a:p>
          <a:p>
            <a:r>
              <a:rPr lang="en-US"/>
              <a:t>04</a:t>
            </a:r>
          </a:p>
          <a:p>
            <a:r>
              <a:rPr lang="en-US"/>
              <a:t>05</a:t>
            </a:r>
          </a:p>
          <a:p>
            <a:r>
              <a:rPr lang="en-US"/>
              <a:t>06</a:t>
            </a:r>
          </a:p>
          <a:p>
            <a:r>
              <a:rPr lang="en-US"/>
              <a:t>07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5FF14C-8ECF-01AA-DCF5-4825C765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we’ll cover</a:t>
            </a:r>
          </a:p>
        </p:txBody>
      </p:sp>
    </p:spTree>
    <p:extLst>
      <p:ext uri="{BB962C8B-B14F-4D97-AF65-F5344CB8AC3E}">
        <p14:creationId xmlns:p14="http://schemas.microsoft.com/office/powerpoint/2010/main" val="3810165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DB6F-D88E-76A3-F28B-15E22F8C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DA239-8852-BD69-B6EE-6C23C70C7D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53034-0FA2-88DD-25D0-22AE37708F1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DA39E1-93FD-8960-08E9-5A5A4509CB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D0A5556-4D73-15DC-9FA4-C87FB9EA82A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87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90E0C6-447F-CE10-961D-2E8B43A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D705C9-CDB8-CE84-2A70-3A09E46467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  <a:ln w="2857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4B42FC-2F69-3211-CC24-49699680B3E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273740-6688-8E03-4C60-FDCD6873D6D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FCFCA6-94C9-6DCC-3F53-21854C5D62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EF68E88-BB19-1456-39E6-347886DB732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29A4EF-85DA-0E09-3BDF-9465EEC9B53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D15557-DE2D-84BC-849E-7DDC92D0D4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76D2E35-41D3-2CB1-C711-7620A2C283B9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730678" y="1665094"/>
            <a:ext cx="2730644" cy="2730644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B308373-EF3C-D38A-4AC1-C0766D200377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162725" y="1635121"/>
            <a:ext cx="2730644" cy="2730644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06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D1EC34-C006-BA3B-A479-3B26E9A3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Layouts</a:t>
            </a:r>
          </a:p>
        </p:txBody>
      </p:sp>
    </p:spTree>
    <p:extLst>
      <p:ext uri="{BB962C8B-B14F-4D97-AF65-F5344CB8AC3E}">
        <p14:creationId xmlns:p14="http://schemas.microsoft.com/office/powerpoint/2010/main" val="3479494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95805-7644-99A3-C16E-D96E83DA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4E1948-DBF5-DD51-2826-4F2B142B3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3A93FC-CEE4-0DC6-C1CC-8394916AD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89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7C300F-4F80-029B-2259-38B3993F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2F8531-AA68-9D65-0A68-0FBF7FC1D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34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633F83-68B9-21BE-99A8-BFD921F9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E1460-D3DF-83E4-A837-1A8A8215F1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4AB177-521D-3273-0041-80529DC0C13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6CC228-BECC-EEF5-63BC-5DACC5619F22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73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4A76F0-76CE-B346-E9EC-BF6BA955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7A4CFD-39CF-4A8B-E2EE-969242C0D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238051-4B4C-8697-B5EF-A22A85E28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20E488D-56F1-A053-99D4-7262794B2E0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48F3046-C825-629D-C6DD-445798CFF59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2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90D6C49-C7BC-7A27-1A31-0D621A24A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E2058D-F73E-9D6F-BCFC-F6EE995638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C97B3DF-9A55-312D-FE2C-3C27F568785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ED605CC-01D0-E1F4-F2DA-0F5B0E7C8620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5AABEFE-3D52-AAD4-4390-47A981574053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24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B01B336-C6D3-196D-11AD-49D9D867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9A625D-C371-672C-7410-24651AC72E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4E4D3A81-D3E2-46EC-0240-296019F7A91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F9C2F76-8EF8-C2D6-9280-B4870E99ABD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757B8CC2-3C8B-70A8-B541-BB26EF8A4E51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5B506E5-51E9-9568-5D8C-AFEC35743A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sz="400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1B1BBE4-00F3-8A0F-EF11-F822637E9F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99D752E-3D9F-30EF-3BE6-870F4079C41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sz="400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DE4C9C93-3B8F-21CD-6ACC-22B98F8C11D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2741449-66A7-B7E8-9DF0-CE8F275639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sz="400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AFE17F1-8A85-3A88-525D-5FC30B973A5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72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07A9C-E3EE-5C5D-CD92-8343C82A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D3CC202-CFB4-F332-6976-133DC15402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B22004-3E70-BCAD-9C48-BDF1A282CD1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>
              <a:solidFill>
                <a:schemeClr val="accent4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93251DC-2C0C-81A5-6C96-F0DF634E91C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2CE8ED5-352F-F4F7-3E97-8EC582D8FE1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BCA7BF-A8E1-146A-DCF6-D606670140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7592B31-A431-0904-2552-4DFD40AAB4E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ECFB9A2-F68A-10B4-93EA-BEEDB7AAF51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1B301655-34C2-CE92-79C2-159F6C6EBF57}"/>
              </a:ext>
            </a:extLst>
          </p:cNvPr>
          <p:cNvSpPr>
            <a:spLocks noGrp="1"/>
          </p:cNvSpPr>
          <p:nvPr>
            <p:ph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E60FBB4-DAFA-179D-3C4E-4A61B6F17CE1}"/>
              </a:ext>
            </a:extLst>
          </p:cNvPr>
          <p:cNvSpPr>
            <a:spLocks noGrp="1"/>
          </p:cNvSpPr>
          <p:nvPr>
            <p:ph sz="quarter" idx="5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4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5C4FE47C-2077-4686-AE33-ADDF091C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5DFA94-843C-87DE-256F-4B852B832B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Lorem ipsum odor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1488CE28-A44A-5384-124D-5E23A46E640A}"/>
              </a:ext>
            </a:extLst>
          </p:cNvPr>
          <p:cNvSpPr>
            <a:spLocks noGrp="1"/>
          </p:cNvSpPr>
          <p:nvPr>
            <p:ph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36BF75C3-5BD0-A884-3BDE-77B13C461CF7}"/>
              </a:ext>
            </a:extLst>
          </p:cNvPr>
          <p:cNvSpPr>
            <a:spLocks noGrp="1"/>
          </p:cNvSpPr>
          <p:nvPr>
            <p:ph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112309A4-571D-F69F-1DEC-0ABD3FBE64A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D4001CDA-41B4-4C63-8962-9FC998DAE73A}"/>
              </a:ext>
            </a:extLst>
          </p:cNvPr>
          <p:cNvSpPr>
            <a:spLocks noGrp="1"/>
          </p:cNvSpPr>
          <p:nvPr>
            <p:ph sz="quarter" idx="5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Graphical user interface, application, icon&#10;&#10;Description automatically generated">
            <a:extLst>
              <a:ext uri="{FF2B5EF4-FFF2-40B4-BE49-F238E27FC236}">
                <a16:creationId xmlns:a16="http://schemas.microsoft.com/office/drawing/2014/main" id="{9B220627-8A96-38F5-BCA0-6BB5260DE1E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8448834" y="5150110"/>
            <a:ext cx="1107164" cy="1107164"/>
          </a:xfrm>
          <a:prstGeom prst="rect">
            <a:avLst/>
          </a:prstGeom>
        </p:spPr>
      </p:pic>
      <p:pic>
        <p:nvPicPr>
          <p:cNvPr id="10" name="Picture 9" descr="A picture containing light&#10;&#10;Description automatically generated">
            <a:extLst>
              <a:ext uri="{FF2B5EF4-FFF2-40B4-BE49-F238E27FC236}">
                <a16:creationId xmlns:a16="http://schemas.microsoft.com/office/drawing/2014/main" id="{CC8420AA-7013-2A4B-AE99-D3B4D0A369D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9661229" y="5150110"/>
            <a:ext cx="1107164" cy="1107164"/>
          </a:xfrm>
          <a:prstGeom prst="rect">
            <a:avLst/>
          </a:prstGeom>
        </p:spPr>
      </p:pic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D539B09F-6158-72E6-0D8D-0673EC6DA414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0873624" y="5150110"/>
            <a:ext cx="1107164" cy="110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83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29F18D-4CDB-2605-3ACD-8ED04AF5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A6A87-3C76-59E0-E5E9-3FFD201DA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A7EB8-5488-A057-9555-AEF071FF93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Lorem ipsum odor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in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. </a:t>
            </a:r>
            <a:r>
              <a:rPr lang="en-US" err="1"/>
              <a:t>Rutrum</a:t>
            </a:r>
            <a:r>
              <a:rPr lang="en-US"/>
              <a:t> vestibulum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habitasse</a:t>
            </a:r>
            <a:r>
              <a:rPr lang="en-US"/>
              <a:t>.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25C34-6D09-C69D-7121-9836A9C78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4.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99CF3-309F-677A-2C6D-602A10844A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Lorem ipsum odor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in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. </a:t>
            </a:r>
            <a:r>
              <a:rPr lang="en-US" err="1"/>
              <a:t>Rutrum</a:t>
            </a:r>
            <a:r>
              <a:rPr lang="en-US"/>
              <a:t> vestibulum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habitasse</a:t>
            </a:r>
            <a:r>
              <a:rPr lang="en-US"/>
              <a:t>.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C11A25B-40AC-F582-A88D-2759AF30115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3D7808-1842-4A35-D7ED-D394B91361E3}"/>
              </a:ext>
            </a:extLst>
          </p:cNvPr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rPr lang="en-US"/>
              <a:t>2.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7FA058D-60CF-BD1A-3B62-3202D2C3D02E}"/>
              </a:ext>
            </a:extLst>
          </p:cNvPr>
          <p:cNvSpPr>
            <a:spLocks noGrp="1"/>
          </p:cNvSpPr>
          <p:nvPr>
            <p:ph sz="half" idx="4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Lorem ipsum odor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in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. </a:t>
            </a:r>
            <a:r>
              <a:rPr lang="en-US" err="1"/>
              <a:t>Rutrum</a:t>
            </a:r>
            <a:r>
              <a:rPr lang="en-US"/>
              <a:t> vestibulum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habitasse</a:t>
            </a:r>
            <a:r>
              <a:rPr lang="en-US"/>
              <a:t>.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1B6C5BB-BDB1-2C34-E806-0B886066492F}"/>
              </a:ext>
            </a:extLst>
          </p:cNvPr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r>
              <a:rPr lang="en-US"/>
              <a:t>3.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BAD3699-BD61-0023-02C1-FDE400406C2E}"/>
              </a:ext>
            </a:extLst>
          </p:cNvPr>
          <p:cNvSpPr>
            <a:spLocks noGrp="1"/>
          </p:cNvSpPr>
          <p:nvPr>
            <p:ph sz="half" idx="4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Lorem ipsum odor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in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. </a:t>
            </a:r>
            <a:r>
              <a:rPr lang="en-US" err="1"/>
              <a:t>Rutrum</a:t>
            </a:r>
            <a:r>
              <a:rPr lang="en-US"/>
              <a:t> vestibulum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habitasse</a:t>
            </a:r>
            <a:r>
              <a:rPr lang="en-US"/>
              <a:t>. </a:t>
            </a:r>
          </a:p>
          <a:p>
            <a:pPr marL="0" indent="0">
              <a:buNone/>
            </a:pP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34425EE-0936-8538-19B3-EFE46832BFA4}"/>
              </a:ext>
            </a:extLst>
          </p:cNvPr>
          <p:cNvGrpSpPr/>
          <p:nvPr/>
        </p:nvGrpSpPr>
        <p:grpSpPr>
          <a:xfrm>
            <a:off x="594424" y="2256985"/>
            <a:ext cx="446563" cy="492099"/>
            <a:chOff x="6328806" y="3311370"/>
            <a:chExt cx="507511" cy="576679"/>
          </a:xfrm>
        </p:grpSpPr>
        <p:sp>
          <p:nvSpPr>
            <p:cNvPr id="16" name="Graphic 88">
              <a:extLst>
                <a:ext uri="{FF2B5EF4-FFF2-40B4-BE49-F238E27FC236}">
                  <a16:creationId xmlns:a16="http://schemas.microsoft.com/office/drawing/2014/main" id="{2F36C49D-8601-6B1A-2B85-7E7A13BD33F0}"/>
                </a:ext>
              </a:extLst>
            </p:cNvPr>
            <p:cNvSpPr/>
            <p:nvPr/>
          </p:nvSpPr>
          <p:spPr>
            <a:xfrm>
              <a:off x="6418943" y="3403260"/>
              <a:ext cx="327237" cy="303463"/>
            </a:xfrm>
            <a:custGeom>
              <a:avLst/>
              <a:gdLst>
                <a:gd name="connsiteX0" fmla="*/ 248511 w 327237"/>
                <a:gd name="connsiteY0" fmla="*/ 303463 h 303463"/>
                <a:gd name="connsiteX1" fmla="*/ 303464 w 327237"/>
                <a:gd name="connsiteY1" fmla="*/ 78726 h 303463"/>
                <a:gd name="connsiteX2" fmla="*/ 78727 w 327237"/>
                <a:gd name="connsiteY2" fmla="*/ 23773 h 303463"/>
                <a:gd name="connsiteX3" fmla="*/ 23774 w 327237"/>
                <a:gd name="connsiteY3" fmla="*/ 248510 h 303463"/>
                <a:gd name="connsiteX4" fmla="*/ 78727 w 327237"/>
                <a:gd name="connsiteY4" fmla="*/ 303463 h 30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237" h="303463">
                  <a:moveTo>
                    <a:pt x="248511" y="303463"/>
                  </a:moveTo>
                  <a:cubicBezTo>
                    <a:pt x="325745" y="256579"/>
                    <a:pt x="350348" y="155960"/>
                    <a:pt x="303464" y="78726"/>
                  </a:cubicBezTo>
                  <a:cubicBezTo>
                    <a:pt x="256579" y="1492"/>
                    <a:pt x="155961" y="-23110"/>
                    <a:pt x="78727" y="23773"/>
                  </a:cubicBezTo>
                  <a:cubicBezTo>
                    <a:pt x="1493" y="70658"/>
                    <a:pt x="-23111" y="171276"/>
                    <a:pt x="23774" y="248510"/>
                  </a:cubicBezTo>
                  <a:cubicBezTo>
                    <a:pt x="37412" y="270976"/>
                    <a:pt x="56261" y="289825"/>
                    <a:pt x="78727" y="303463"/>
                  </a:cubicBez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7" name="Graphic 88">
              <a:extLst>
                <a:ext uri="{FF2B5EF4-FFF2-40B4-BE49-F238E27FC236}">
                  <a16:creationId xmlns:a16="http://schemas.microsoft.com/office/drawing/2014/main" id="{8EDA2E01-90E6-6138-302E-565DB36ABF45}"/>
                </a:ext>
              </a:extLst>
            </p:cNvPr>
            <p:cNvSpPr/>
            <p:nvPr/>
          </p:nvSpPr>
          <p:spPr>
            <a:xfrm>
              <a:off x="6618024" y="3852587"/>
              <a:ext cx="12461" cy="8363"/>
            </a:xfrm>
            <a:custGeom>
              <a:avLst/>
              <a:gdLst>
                <a:gd name="connsiteX0" fmla="*/ 12462 w 12461"/>
                <a:gd name="connsiteY0" fmla="*/ 0 h 8363"/>
                <a:gd name="connsiteX1" fmla="*/ 0 w 12461"/>
                <a:gd name="connsiteY1" fmla="*/ 0 h 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61" h="8363">
                  <a:moveTo>
                    <a:pt x="12462" y="0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8" name="Graphic 88">
              <a:extLst>
                <a:ext uri="{FF2B5EF4-FFF2-40B4-BE49-F238E27FC236}">
                  <a16:creationId xmlns:a16="http://schemas.microsoft.com/office/drawing/2014/main" id="{FA161A5C-48B7-9D52-637E-D09BBEE451A9}"/>
                </a:ext>
              </a:extLst>
            </p:cNvPr>
            <p:cNvSpPr/>
            <p:nvPr/>
          </p:nvSpPr>
          <p:spPr>
            <a:xfrm>
              <a:off x="6534638" y="3852587"/>
              <a:ext cx="12461" cy="8363"/>
            </a:xfrm>
            <a:custGeom>
              <a:avLst/>
              <a:gdLst>
                <a:gd name="connsiteX0" fmla="*/ 12462 w 12461"/>
                <a:gd name="connsiteY0" fmla="*/ 0 h 8363"/>
                <a:gd name="connsiteX1" fmla="*/ 0 w 12461"/>
                <a:gd name="connsiteY1" fmla="*/ 0 h 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61" h="8363">
                  <a:moveTo>
                    <a:pt x="12462" y="0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9" name="Graphic 88">
              <a:extLst>
                <a:ext uri="{FF2B5EF4-FFF2-40B4-BE49-F238E27FC236}">
                  <a16:creationId xmlns:a16="http://schemas.microsoft.com/office/drawing/2014/main" id="{75615302-F190-F6D5-4F8D-7EEBBF0DBE8A}"/>
                </a:ext>
              </a:extLst>
            </p:cNvPr>
            <p:cNvSpPr/>
            <p:nvPr/>
          </p:nvSpPr>
          <p:spPr>
            <a:xfrm>
              <a:off x="6547100" y="3852587"/>
              <a:ext cx="70924" cy="35462"/>
            </a:xfrm>
            <a:custGeom>
              <a:avLst/>
              <a:gdLst>
                <a:gd name="connsiteX0" fmla="*/ 70924 w 70924"/>
                <a:gd name="connsiteY0" fmla="*/ 0 h 35462"/>
                <a:gd name="connsiteX1" fmla="*/ 35462 w 70924"/>
                <a:gd name="connsiteY1" fmla="*/ 35462 h 35462"/>
                <a:gd name="connsiteX2" fmla="*/ 0 w 70924"/>
                <a:gd name="connsiteY2" fmla="*/ 0 h 35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924" h="35462">
                  <a:moveTo>
                    <a:pt x="70924" y="0"/>
                  </a:moveTo>
                  <a:cubicBezTo>
                    <a:pt x="70924" y="19585"/>
                    <a:pt x="55048" y="35462"/>
                    <a:pt x="35462" y="35462"/>
                  </a:cubicBezTo>
                  <a:cubicBezTo>
                    <a:pt x="15877" y="35462"/>
                    <a:pt x="0" y="19585"/>
                    <a:pt x="0" y="0"/>
                  </a:cubicBez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0" name="Graphic 88">
              <a:extLst>
                <a:ext uri="{FF2B5EF4-FFF2-40B4-BE49-F238E27FC236}">
                  <a16:creationId xmlns:a16="http://schemas.microsoft.com/office/drawing/2014/main" id="{F8556D54-C52B-605C-0E06-423AAC8B4F51}"/>
                </a:ext>
              </a:extLst>
            </p:cNvPr>
            <p:cNvSpPr/>
            <p:nvPr/>
          </p:nvSpPr>
          <p:spPr>
            <a:xfrm>
              <a:off x="6497670" y="3755233"/>
              <a:ext cx="169783" cy="8363"/>
            </a:xfrm>
            <a:custGeom>
              <a:avLst/>
              <a:gdLst>
                <a:gd name="connsiteX0" fmla="*/ 169784 w 169783"/>
                <a:gd name="connsiteY0" fmla="*/ 0 h 8363"/>
                <a:gd name="connsiteX1" fmla="*/ 0 w 169783"/>
                <a:gd name="connsiteY1" fmla="*/ 0 h 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9783" h="8363">
                  <a:moveTo>
                    <a:pt x="169784" y="0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1" name="Graphic 88">
              <a:extLst>
                <a:ext uri="{FF2B5EF4-FFF2-40B4-BE49-F238E27FC236}">
                  <a16:creationId xmlns:a16="http://schemas.microsoft.com/office/drawing/2014/main" id="{432996F2-E37C-FCD8-7DB2-4071658238D0}"/>
                </a:ext>
              </a:extLst>
            </p:cNvPr>
            <p:cNvSpPr/>
            <p:nvPr/>
          </p:nvSpPr>
          <p:spPr>
            <a:xfrm>
              <a:off x="6509965" y="3786764"/>
              <a:ext cx="145194" cy="8363"/>
            </a:xfrm>
            <a:custGeom>
              <a:avLst/>
              <a:gdLst>
                <a:gd name="connsiteX0" fmla="*/ 145194 w 145194"/>
                <a:gd name="connsiteY0" fmla="*/ 0 h 8363"/>
                <a:gd name="connsiteX1" fmla="*/ 0 w 145194"/>
                <a:gd name="connsiteY1" fmla="*/ 0 h 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194" h="8363">
                  <a:moveTo>
                    <a:pt x="145194" y="0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2" name="Graphic 88">
              <a:extLst>
                <a:ext uri="{FF2B5EF4-FFF2-40B4-BE49-F238E27FC236}">
                  <a16:creationId xmlns:a16="http://schemas.microsoft.com/office/drawing/2014/main" id="{1ABF7305-7F93-16F3-F363-66E841944889}"/>
                </a:ext>
              </a:extLst>
            </p:cNvPr>
            <p:cNvSpPr/>
            <p:nvPr/>
          </p:nvSpPr>
          <p:spPr>
            <a:xfrm>
              <a:off x="6522343" y="3818295"/>
              <a:ext cx="120437" cy="8363"/>
            </a:xfrm>
            <a:custGeom>
              <a:avLst/>
              <a:gdLst>
                <a:gd name="connsiteX0" fmla="*/ 120438 w 120437"/>
                <a:gd name="connsiteY0" fmla="*/ 0 h 8363"/>
                <a:gd name="connsiteX1" fmla="*/ 0 w 120437"/>
                <a:gd name="connsiteY1" fmla="*/ 0 h 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437" h="8363">
                  <a:moveTo>
                    <a:pt x="120438" y="0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3" name="Graphic 88">
              <a:extLst>
                <a:ext uri="{FF2B5EF4-FFF2-40B4-BE49-F238E27FC236}">
                  <a16:creationId xmlns:a16="http://schemas.microsoft.com/office/drawing/2014/main" id="{56AC255C-2237-24D0-543D-380623CE660A}"/>
                </a:ext>
              </a:extLst>
            </p:cNvPr>
            <p:cNvSpPr/>
            <p:nvPr/>
          </p:nvSpPr>
          <p:spPr>
            <a:xfrm>
              <a:off x="6582562" y="3311370"/>
              <a:ext cx="8363" cy="55618"/>
            </a:xfrm>
            <a:custGeom>
              <a:avLst/>
              <a:gdLst>
                <a:gd name="connsiteX0" fmla="*/ 0 w 8363"/>
                <a:gd name="connsiteY0" fmla="*/ 55619 h 55618"/>
                <a:gd name="connsiteX1" fmla="*/ 0 w 8363"/>
                <a:gd name="connsiteY1" fmla="*/ 0 h 55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63" h="55618">
                  <a:moveTo>
                    <a:pt x="0" y="55619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4" name="Graphic 88">
              <a:extLst>
                <a:ext uri="{FF2B5EF4-FFF2-40B4-BE49-F238E27FC236}">
                  <a16:creationId xmlns:a16="http://schemas.microsoft.com/office/drawing/2014/main" id="{CA63F2E7-7014-EC27-191A-0C0C025711DE}"/>
                </a:ext>
              </a:extLst>
            </p:cNvPr>
            <p:cNvSpPr/>
            <p:nvPr/>
          </p:nvSpPr>
          <p:spPr>
            <a:xfrm>
              <a:off x="6328806" y="3565125"/>
              <a:ext cx="53778" cy="8363"/>
            </a:xfrm>
            <a:custGeom>
              <a:avLst/>
              <a:gdLst>
                <a:gd name="connsiteX0" fmla="*/ 53779 w 53778"/>
                <a:gd name="connsiteY0" fmla="*/ 0 h 8363"/>
                <a:gd name="connsiteX1" fmla="*/ 0 w 53778"/>
                <a:gd name="connsiteY1" fmla="*/ 0 h 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778" h="8363">
                  <a:moveTo>
                    <a:pt x="53779" y="0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5" name="Graphic 88">
              <a:extLst>
                <a:ext uri="{FF2B5EF4-FFF2-40B4-BE49-F238E27FC236}">
                  <a16:creationId xmlns:a16="http://schemas.microsoft.com/office/drawing/2014/main" id="{567F7FE2-B1D4-76B0-199B-2E9FA13B2B39}"/>
                </a:ext>
              </a:extLst>
            </p:cNvPr>
            <p:cNvSpPr/>
            <p:nvPr/>
          </p:nvSpPr>
          <p:spPr>
            <a:xfrm>
              <a:off x="6782539" y="3565125"/>
              <a:ext cx="53778" cy="8363"/>
            </a:xfrm>
            <a:custGeom>
              <a:avLst/>
              <a:gdLst>
                <a:gd name="connsiteX0" fmla="*/ 53779 w 53778"/>
                <a:gd name="connsiteY0" fmla="*/ 0 h 8363"/>
                <a:gd name="connsiteX1" fmla="*/ 0 w 53778"/>
                <a:gd name="connsiteY1" fmla="*/ 0 h 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778" h="8363">
                  <a:moveTo>
                    <a:pt x="53779" y="0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6" name="Graphic 88">
              <a:extLst>
                <a:ext uri="{FF2B5EF4-FFF2-40B4-BE49-F238E27FC236}">
                  <a16:creationId xmlns:a16="http://schemas.microsoft.com/office/drawing/2014/main" id="{E7205700-9409-ABF2-830C-8153758B800E}"/>
                </a:ext>
              </a:extLst>
            </p:cNvPr>
            <p:cNvSpPr/>
            <p:nvPr/>
          </p:nvSpPr>
          <p:spPr>
            <a:xfrm>
              <a:off x="6403160" y="3385723"/>
              <a:ext cx="38891" cy="38891"/>
            </a:xfrm>
            <a:custGeom>
              <a:avLst/>
              <a:gdLst>
                <a:gd name="connsiteX0" fmla="*/ 38891 w 38891"/>
                <a:gd name="connsiteY0" fmla="*/ 38891 h 38891"/>
                <a:gd name="connsiteX1" fmla="*/ 0 w 38891"/>
                <a:gd name="connsiteY1" fmla="*/ 0 h 38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91" h="38891">
                  <a:moveTo>
                    <a:pt x="38891" y="38891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7" name="Graphic 88">
              <a:extLst>
                <a:ext uri="{FF2B5EF4-FFF2-40B4-BE49-F238E27FC236}">
                  <a16:creationId xmlns:a16="http://schemas.microsoft.com/office/drawing/2014/main" id="{44B1E8B8-8749-09E7-BFF2-41782DD227D2}"/>
                </a:ext>
              </a:extLst>
            </p:cNvPr>
            <p:cNvSpPr/>
            <p:nvPr/>
          </p:nvSpPr>
          <p:spPr>
            <a:xfrm>
              <a:off x="6723073" y="3385723"/>
              <a:ext cx="38891" cy="38891"/>
            </a:xfrm>
            <a:custGeom>
              <a:avLst/>
              <a:gdLst>
                <a:gd name="connsiteX0" fmla="*/ 0 w 38891"/>
                <a:gd name="connsiteY0" fmla="*/ 38891 h 38891"/>
                <a:gd name="connsiteX1" fmla="*/ 38891 w 38891"/>
                <a:gd name="connsiteY1" fmla="*/ 0 h 38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91" h="38891">
                  <a:moveTo>
                    <a:pt x="0" y="38891"/>
                  </a:moveTo>
                  <a:lnTo>
                    <a:pt x="38891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AE6C488F-79B3-9250-D8AA-91A9EAAC5E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697" y="2145841"/>
            <a:ext cx="736374" cy="73637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1806445-BEB8-A70B-E56B-9A182BDC60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093" y="2165003"/>
            <a:ext cx="704511" cy="70451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0DF924D-9FC9-9DBE-7F0F-3A4F04C68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8220" y="2176789"/>
            <a:ext cx="887168" cy="68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59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8599-0C5A-8E1D-2B7C-21DD72B4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93C5B6-8E20-3130-5EB4-ABDB5C04A3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EFB540-CFB1-BBFB-CD21-89B7DCEB8949}"/>
              </a:ext>
            </a:extLst>
          </p:cNvPr>
          <p:cNvSpPr txBox="1"/>
          <p:nvPr/>
        </p:nvSpPr>
        <p:spPr>
          <a:xfrm>
            <a:off x="9152313" y="317546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DF2135-2D8A-9A54-2894-0A57FD440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796" y="532013"/>
            <a:ext cx="4962700" cy="4962700"/>
          </a:xfrm>
          <a:prstGeom prst="ellipse">
            <a:avLst/>
          </a:prstGeom>
          <a:ln w="28575">
            <a:solidFill>
              <a:schemeClr val="tx1"/>
            </a:solidFill>
          </a:ln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3CD3E2D-EB5D-5C10-9D88-9A62EE5E56C2}"/>
              </a:ext>
            </a:extLst>
          </p:cNvPr>
          <p:cNvSpPr/>
          <p:nvPr/>
        </p:nvSpPr>
        <p:spPr>
          <a:xfrm>
            <a:off x="8398950" y="2421178"/>
            <a:ext cx="3379121" cy="337912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Internet Of Things outline">
            <a:extLst>
              <a:ext uri="{FF2B5EF4-FFF2-40B4-BE49-F238E27FC236}">
                <a16:creationId xmlns:a16="http://schemas.microsoft.com/office/drawing/2014/main" id="{AAE99CB9-4DBB-211A-D5CF-5B2BDF613B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213087" y="3235315"/>
            <a:ext cx="1750845" cy="175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5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E9D113F-896C-A48C-E679-B75E4C8459A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8">
            <a:extLst>
              <a:ext uri="{FF2B5EF4-FFF2-40B4-BE49-F238E27FC236}">
                <a16:creationId xmlns:a16="http://schemas.microsoft.com/office/drawing/2014/main" id="{1E3C4D74-B17F-972D-C61C-D8EA194BA0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7545" y="6354046"/>
            <a:ext cx="1652367" cy="17375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AE8A16-EA57-141B-E399-D82760466902}"/>
              </a:ext>
            </a:extLst>
          </p:cNvPr>
          <p:cNvCxnSpPr>
            <a:cxnSpLocks/>
          </p:cNvCxnSpPr>
          <p:nvPr/>
        </p:nvCxnSpPr>
        <p:spPr>
          <a:xfrm>
            <a:off x="670611" y="6354826"/>
            <a:ext cx="0" cy="126018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2851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B8F78-C08B-9283-7F45-E5BE07A5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B6F0A0-352B-6995-557E-AA3D20058C5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102849" y="408898"/>
            <a:ext cx="5613382" cy="555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6769F0-34FD-0C25-E082-82D6F680CE2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A9EDE9-AFAC-4AC8-5D10-A5C22F62A7C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72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DD4C04-E47C-41B2-76AC-589C13AA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8F514F2-4011-A0F9-1CE6-4C909B1F28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2B7AA9-C13C-3D80-A68A-7A121FFCF46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B3F968-A722-535D-6965-5AA3778A46D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6136915-E848-38A4-43FB-941BA0B5EA8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73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4961B32-6F4F-4DEA-76BA-3B4B6B46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D929374-20E1-F6BC-AE99-E8DD798602A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/>
              <a:t>Lorem ipsum dolor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16A9A85-226E-6149-30E6-086B22A3D6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br>
              <a:rPr lang="en-US"/>
            </a:br>
            <a:r>
              <a:rPr lang="en-US"/>
              <a:t>vel ipsum </a:t>
            </a:r>
            <a:r>
              <a:rPr lang="en-US" err="1"/>
              <a:t>bibendum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. 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br>
              <a:rPr lang="en-US"/>
            </a:br>
            <a:r>
              <a:rPr lang="en-US"/>
              <a:t>vel ipsum </a:t>
            </a:r>
            <a:r>
              <a:rPr lang="en-US" err="1"/>
              <a:t>bibendum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. 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  <a:p>
            <a:endParaRPr lang="en-US"/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4243E8AB-903D-A120-1D78-5990C142F99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0" name="Picture Placeholder 69" descr="Clock with solid fill">
            <a:extLst>
              <a:ext uri="{FF2B5EF4-FFF2-40B4-BE49-F238E27FC236}">
                <a16:creationId xmlns:a16="http://schemas.microsoft.com/office/drawing/2014/main" id="{FAEE91AB-8600-AB06-61E1-CEF456B26342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60" b="1160"/>
          <a:stretch/>
        </p:blipFill>
        <p:spPr/>
      </p:pic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5884C17B-E962-806E-85F2-3BC811F545E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F9EA11B1-4B29-BEAF-B2CD-EC3E076B814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25K+</a:t>
            </a:r>
          </a:p>
        </p:txBody>
      </p:sp>
      <p:pic>
        <p:nvPicPr>
          <p:cNvPr id="72" name="Picture Placeholder 71" descr="Connected with solid fill">
            <a:extLst>
              <a:ext uri="{FF2B5EF4-FFF2-40B4-BE49-F238E27FC236}">
                <a16:creationId xmlns:a16="http://schemas.microsoft.com/office/drawing/2014/main" id="{C2E42A88-6D07-191F-C082-EF1BB1789435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160" b="1160"/>
          <a:stretch/>
        </p:blipFill>
        <p:spPr/>
      </p:pic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1B739450-FFF9-90BF-B82F-E07E53D086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A629622F-FD6F-74E9-9D4C-0B0D589B096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US"/>
              <a:t>100%</a:t>
            </a:r>
          </a:p>
        </p:txBody>
      </p:sp>
      <p:pic>
        <p:nvPicPr>
          <p:cNvPr id="74" name="Picture Placeholder 73" descr="Ethernet with solid fill">
            <a:extLst>
              <a:ext uri="{FF2B5EF4-FFF2-40B4-BE49-F238E27FC236}">
                <a16:creationId xmlns:a16="http://schemas.microsoft.com/office/drawing/2014/main" id="{F04DF7BD-896A-ECB7-9BED-AF715BF9CAF7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031" b="1031"/>
          <a:stretch/>
        </p:blipFill>
        <p:spPr/>
      </p:pic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6FD98A9B-18D8-9FBC-7D59-D8FD008DD15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E9E2041-7BAD-CB95-190B-CE9A67E5EE8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/>
              <a:t>7,000</a:t>
            </a:r>
          </a:p>
        </p:txBody>
      </p:sp>
      <p:pic>
        <p:nvPicPr>
          <p:cNvPr id="76" name="Picture Placeholder 75" descr="Circles with arrows with solid fill">
            <a:extLst>
              <a:ext uri="{FF2B5EF4-FFF2-40B4-BE49-F238E27FC236}">
                <a16:creationId xmlns:a16="http://schemas.microsoft.com/office/drawing/2014/main" id="{77696A87-A51F-F699-2F15-37850490D656}"/>
              </a:ext>
            </a:extLst>
          </p:cNvPr>
          <p:cNvPicPr>
            <a:picLocks noGrp="1" noChangeAspect="1"/>
          </p:cNvPicPr>
          <p:nvPr>
            <p:ph type="pic" sz="quarter" idx="5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31" b="1031"/>
          <a:stretch/>
        </p:blipFill>
        <p:spPr/>
      </p:pic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E6898931-B5FB-F3F5-A86A-0D8749B51A2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" name="Picture Placeholder 102">
            <a:extLst>
              <a:ext uri="{FF2B5EF4-FFF2-40B4-BE49-F238E27FC236}">
                <a16:creationId xmlns:a16="http://schemas.microsoft.com/office/drawing/2014/main" id="{6D598F7F-6888-64E7-E38F-85B3C4066826}"/>
              </a:ext>
            </a:extLst>
          </p:cNvPr>
          <p:cNvPicPr>
            <a:picLocks noGrp="1" noChangeAspect="1"/>
          </p:cNvPicPr>
          <p:nvPr>
            <p:ph type="pic" sz="quarter" idx="54"/>
          </p:nvPr>
        </p:nvPicPr>
        <p:blipFill>
          <a:blip r:embed="rId7"/>
          <a:srcRect l="47078" r="3712"/>
          <a:stretch>
            <a:fillRect/>
          </a:stretch>
        </p:blipFill>
        <p:spPr>
          <a:xfrm>
            <a:off x="7617165" y="406800"/>
            <a:ext cx="4093266" cy="5541563"/>
          </a:xfrm>
          <a:prstGeom prst="roundRect">
            <a:avLst/>
          </a:prstGeom>
          <a:solidFill>
            <a:srgbClr val="B4D8FF"/>
          </a:solidFill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9365DF1-4720-6BD1-5777-862CC9611DF8}"/>
              </a:ext>
            </a:extLst>
          </p:cNvPr>
          <p:cNvSpPr txBox="1"/>
          <p:nvPr/>
        </p:nvSpPr>
        <p:spPr>
          <a:xfrm>
            <a:off x="8163098" y="468837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90729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6574A6-0EBA-0F38-D141-E2B4F7FD7C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1626" y="652968"/>
            <a:ext cx="5961001" cy="555206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BFCA8-26E6-D6BA-1C8E-8E0DFD41800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AEF17-D740-23AB-41D3-3ECCEEFB087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37C14EF-4778-D553-52EB-E8BE4DF7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10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2118F6E-6479-D1C2-E951-46D1708D91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E390BDDB-BF60-C093-E2A4-ACB7491C68A4}"/>
              </a:ext>
            </a:extLst>
          </p:cNvPr>
          <p:cNvSpPr/>
          <p:nvPr/>
        </p:nvSpPr>
        <p:spPr>
          <a:xfrm>
            <a:off x="9044356" y="1371600"/>
            <a:ext cx="2617384" cy="1197428"/>
          </a:xfrm>
          <a:prstGeom prst="roundRect">
            <a:avLst>
              <a:gd name="adj" fmla="val 8369"/>
            </a:avLst>
          </a:prstGeom>
          <a:solidFill>
            <a:schemeClr val="tx1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96ABB80A-8D79-0B24-03AC-7708E1FE385C}"/>
              </a:ext>
            </a:extLst>
          </p:cNvPr>
          <p:cNvSpPr/>
          <p:nvPr/>
        </p:nvSpPr>
        <p:spPr>
          <a:xfrm>
            <a:off x="507400" y="1371600"/>
            <a:ext cx="2617384" cy="1197428"/>
          </a:xfrm>
          <a:prstGeom prst="roundRect">
            <a:avLst>
              <a:gd name="adj" fmla="val 8369"/>
            </a:avLst>
          </a:prstGeom>
          <a:solidFill>
            <a:schemeClr val="tx2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02CAD206-7014-C99D-086C-C9AA60093B83}"/>
              </a:ext>
            </a:extLst>
          </p:cNvPr>
          <p:cNvSpPr/>
          <p:nvPr/>
        </p:nvSpPr>
        <p:spPr>
          <a:xfrm>
            <a:off x="3359696" y="1371600"/>
            <a:ext cx="2617384" cy="1197428"/>
          </a:xfrm>
          <a:prstGeom prst="roundRect">
            <a:avLst>
              <a:gd name="adj" fmla="val 8369"/>
            </a:avLst>
          </a:prstGeom>
          <a:solidFill>
            <a:schemeClr val="tx1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D105C1D3-35F7-CBBA-2297-96BB491F23CF}"/>
              </a:ext>
            </a:extLst>
          </p:cNvPr>
          <p:cNvSpPr/>
          <p:nvPr/>
        </p:nvSpPr>
        <p:spPr>
          <a:xfrm>
            <a:off x="6201252" y="1371600"/>
            <a:ext cx="2617384" cy="1197428"/>
          </a:xfrm>
          <a:prstGeom prst="roundRect">
            <a:avLst>
              <a:gd name="adj" fmla="val 8369"/>
            </a:avLst>
          </a:prstGeom>
          <a:solidFill>
            <a:schemeClr val="tx2"/>
          </a:solidFill>
          <a:ln w="12700">
            <a:noFill/>
          </a:ln>
          <a:effectLst>
            <a:outerShdw blurRad="314691" dist="38100" dir="2700000" sx="97000" sy="97000" algn="tl" rotWithShape="0">
              <a:prstClr val="black">
                <a:alpha val="1529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47C77-3F39-27F5-2F3B-3DB975C2F5D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311410" y="1450029"/>
            <a:ext cx="1420653" cy="615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164">
              <a:defRPr/>
            </a:pPr>
            <a:r>
              <a:rPr lang="en-US" sz="34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25k+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907864-9575-BDCB-C4F9-2A0A9FADF6E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9633" y="2080482"/>
            <a:ext cx="2325055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en-US" sz="12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Provider connections worldwide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59FEFC-DE89-E92C-268D-F695FEB4E04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228925" y="1450029"/>
            <a:ext cx="1420653" cy="615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164">
              <a:defRPr/>
            </a:pPr>
            <a:r>
              <a:rPr lang="en-US" sz="34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48AD4-043A-6381-EFFA-BE1C64222FD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497148" y="2080482"/>
            <a:ext cx="2325055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en-US" sz="12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Healthcare focused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D8EF97-7804-E5D6-FB17-A6ECE748BDB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40597" y="1450029"/>
            <a:ext cx="1862753" cy="615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164">
              <a:defRPr/>
            </a:pPr>
            <a:r>
              <a:rPr lang="en-US" sz="34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&gt;7,000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D1BF3D-5428-9EBB-4F77-E4CAF4487B5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219706" y="2080482"/>
            <a:ext cx="2325055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en-US" sz="12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Customers through </a:t>
            </a:r>
            <a:br>
              <a:rPr lang="en-US" sz="12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</a:br>
            <a:r>
              <a:rPr lang="en-US" sz="12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OEM partners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47D3AF-8978-E776-3B45-CDAAA986A3C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17988" y="1450029"/>
            <a:ext cx="1372022" cy="615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164">
              <a:defRPr/>
            </a:pPr>
            <a:r>
              <a:rPr lang="en-US" sz="34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24/7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471B5F-F682-C3FF-6A0F-0DB1DDF63E2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45103" y="2080482"/>
            <a:ext cx="2155222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164">
              <a:defRPr/>
            </a:pPr>
            <a:r>
              <a:rPr lang="en-US" sz="12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Global support</a:t>
            </a:r>
          </a:p>
        </p:txBody>
      </p:sp>
      <p:pic>
        <p:nvPicPr>
          <p:cNvPr id="22" name="Picture 21" descr="A group of people in a line&#10;&#10;Description automatically generated">
            <a:extLst>
              <a:ext uri="{FF2B5EF4-FFF2-40B4-BE49-F238E27FC236}">
                <a16:creationId xmlns:a16="http://schemas.microsoft.com/office/drawing/2014/main" id="{645474A7-AB27-7A93-D540-FE00A8568BB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930" y="1526422"/>
            <a:ext cx="457200" cy="457200"/>
          </a:xfrm>
          <a:prstGeom prst="rect">
            <a:avLst/>
          </a:prstGeom>
        </p:spPr>
      </p:pic>
      <p:pic>
        <p:nvPicPr>
          <p:cNvPr id="23" name="Picture 22" descr="A heart with a cross and a black background&#10;&#10;Description automatically generated">
            <a:extLst>
              <a:ext uri="{FF2B5EF4-FFF2-40B4-BE49-F238E27FC236}">
                <a16:creationId xmlns:a16="http://schemas.microsoft.com/office/drawing/2014/main" id="{BF54D740-15B9-2E59-8596-9CD0B39B5E5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823" y="1539122"/>
            <a:ext cx="533400" cy="444500"/>
          </a:xfrm>
          <a:prstGeom prst="rect">
            <a:avLst/>
          </a:prstGeom>
        </p:spPr>
      </p:pic>
      <p:pic>
        <p:nvPicPr>
          <p:cNvPr id="24" name="Picture 23" descr="A white arrows on a black background&#10;&#10;Description automatically generated">
            <a:extLst>
              <a:ext uri="{FF2B5EF4-FFF2-40B4-BE49-F238E27FC236}">
                <a16:creationId xmlns:a16="http://schemas.microsoft.com/office/drawing/2014/main" id="{C212D6F3-B2F3-AACE-8AF5-481845BA002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2372" y="1589922"/>
            <a:ext cx="584200" cy="393700"/>
          </a:xfrm>
          <a:prstGeom prst="rect">
            <a:avLst/>
          </a:prstGeom>
        </p:spPr>
      </p:pic>
      <p:pic>
        <p:nvPicPr>
          <p:cNvPr id="25" name="Picture 24" descr="A white outline of hands holding a cross&#10;&#10;Description automatically generated">
            <a:extLst>
              <a:ext uri="{FF2B5EF4-FFF2-40B4-BE49-F238E27FC236}">
                <a16:creationId xmlns:a16="http://schemas.microsoft.com/office/drawing/2014/main" id="{70341F36-3437-5770-25FF-A5C6B397756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959" y="1526422"/>
            <a:ext cx="457200" cy="45720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DF57929-BB9A-3AD8-FE41-3985B1DFE38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CF13A7D5-E403-C05C-4DCD-D0207D7D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1C37B00-1CE9-EDF7-4F47-0160E7E01B9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D095251-EEDC-13EF-BF1A-A1E0FF7764D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91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D1EC34-C006-BA3B-A479-3B26E9A3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4745649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AFB4-E406-7A30-B35A-377C24652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A839A-3945-CB93-1317-C4B764DAFE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accent4"/>
                </a:solidFill>
                <a:latin typeface="IBM Plex Mono Medium" panose="020B0609050203000203" pitchFamily="49" charset="0"/>
              </a:rPr>
              <a:t>FIRSTNAME LASTNAME</a:t>
            </a:r>
          </a:p>
          <a:p>
            <a:r>
              <a:rPr lang="en-US">
                <a:solidFill>
                  <a:schemeClr val="tx1"/>
                </a:solidFill>
                <a:latin typeface="IBM Plex Mono Medium" panose="020B0609050203000203" pitchFamily="49" charset="0"/>
              </a:rPr>
              <a:t>TITLE</a:t>
            </a:r>
          </a:p>
          <a:p>
            <a:r>
              <a:rPr lang="en-US">
                <a:solidFill>
                  <a:schemeClr val="tx1"/>
                </a:solidFill>
                <a:latin typeface="IBM Plex Mono Medium" panose="020B0609050203000203" pitchFamily="49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32035451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5E39ABE-13A9-8CAF-7370-FD6C21C55C3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B16461-0108-24FE-BD9A-E5C3AEF223D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/>
              <a:t>“Lorem ipsum odor </a:t>
            </a:r>
            <a:r>
              <a:rPr lang="en-US" sz="3200" err="1"/>
              <a:t>amet</a:t>
            </a:r>
            <a:r>
              <a:rPr lang="en-US" sz="3200"/>
              <a:t>, </a:t>
            </a:r>
            <a:r>
              <a:rPr lang="en-US" sz="3200" err="1"/>
              <a:t>consectetuer</a:t>
            </a:r>
            <a:r>
              <a:rPr lang="en-US" sz="3200"/>
              <a:t> </a:t>
            </a:r>
            <a:r>
              <a:rPr lang="en-US" sz="3200" err="1"/>
              <a:t>adipiscing</a:t>
            </a:r>
            <a:r>
              <a:rPr lang="en-US" sz="3200"/>
              <a:t> </a:t>
            </a:r>
            <a:r>
              <a:rPr lang="en-US" sz="3200" err="1"/>
              <a:t>elit</a:t>
            </a:r>
            <a:r>
              <a:rPr lang="en-US" sz="3200"/>
              <a:t>. Urna </a:t>
            </a:r>
            <a:r>
              <a:rPr lang="en-US" sz="3200" err="1"/>
              <a:t>justo</a:t>
            </a:r>
            <a:r>
              <a:rPr lang="en-US" sz="3200"/>
              <a:t> </a:t>
            </a:r>
            <a:r>
              <a:rPr lang="en-US" sz="3200" err="1"/>
              <a:t>aenean</a:t>
            </a:r>
            <a:r>
              <a:rPr lang="en-US" sz="3200"/>
              <a:t> </a:t>
            </a:r>
            <a:r>
              <a:rPr lang="en-US" sz="3200" err="1"/>
              <a:t>aliquet</a:t>
            </a:r>
            <a:r>
              <a:rPr lang="en-US" sz="3200"/>
              <a:t> in </a:t>
            </a:r>
            <a:r>
              <a:rPr lang="en-US" sz="3200" err="1"/>
              <a:t>eleifend</a:t>
            </a:r>
            <a:r>
              <a:rPr lang="en-US" sz="3200"/>
              <a:t> </a:t>
            </a:r>
            <a:r>
              <a:rPr lang="en-US" sz="3200" err="1"/>
              <a:t>venenatis</a:t>
            </a:r>
            <a:r>
              <a:rPr lang="en-US" sz="3200"/>
              <a:t> </a:t>
            </a:r>
            <a:r>
              <a:rPr lang="en-US" sz="3200" err="1"/>
              <a:t>dapibus</a:t>
            </a:r>
            <a:r>
              <a:rPr lang="en-US" sz="3200"/>
              <a:t> </a:t>
            </a:r>
            <a:r>
              <a:rPr lang="en-US" sz="3200" err="1"/>
              <a:t>montes</a:t>
            </a:r>
            <a:r>
              <a:rPr lang="en-US" sz="3200"/>
              <a:t> </a:t>
            </a:r>
            <a:r>
              <a:rPr lang="en-US" sz="3200" err="1"/>
              <a:t>natoque</a:t>
            </a:r>
            <a:r>
              <a:rPr lang="en-US" sz="3200"/>
              <a:t>.“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841248-6949-0ADB-E770-2FEEF3771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>
                <a:solidFill>
                  <a:schemeClr val="accent1"/>
                </a:solidFill>
                <a:latin typeface="IBM Plex Mono Medium" panose="020B0609050203000203" pitchFamily="49" charset="0"/>
              </a:rPr>
              <a:t>FIRSTNAME LASTNAME</a:t>
            </a:r>
          </a:p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  <a:latin typeface="IBM Plex Mono Medium" panose="020B0609050203000203" pitchFamily="49" charset="0"/>
              </a:rPr>
              <a:t>TITLE</a:t>
            </a:r>
          </a:p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  <a:latin typeface="IBM Plex Mono Medium" panose="020B0609050203000203" pitchFamily="49" charset="0"/>
              </a:rPr>
              <a:t>COMPANY NAME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471DDF-E2BA-5650-B675-6D835E5DD26C}"/>
              </a:ext>
            </a:extLst>
          </p:cNvPr>
          <p:cNvSpPr txBox="1"/>
          <p:nvPr/>
        </p:nvSpPr>
        <p:spPr>
          <a:xfrm>
            <a:off x="1468073" y="52263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206966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EF88F50-A4CA-DE31-92E5-05FDEBC5913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chemeClr val="accent4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45C3A7-199D-21CF-7AB9-EDB9927A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7DE982-6711-CA78-B394-5117AC1485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A99EA9-F38C-41C6-DD59-88234746F63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/>
              <a:t>“Lorem ipsum odor </a:t>
            </a:r>
            <a:r>
              <a:rPr lang="en-US" sz="2000" err="1"/>
              <a:t>amet</a:t>
            </a:r>
            <a:r>
              <a:rPr lang="en-US" sz="2000"/>
              <a:t>, </a:t>
            </a:r>
            <a:r>
              <a:rPr lang="en-US" sz="2000" err="1"/>
              <a:t>consectetuer</a:t>
            </a:r>
            <a:r>
              <a:rPr lang="en-US" sz="2000"/>
              <a:t> </a:t>
            </a:r>
            <a:r>
              <a:rPr lang="en-US" sz="2000" err="1"/>
              <a:t>adipiscing</a:t>
            </a:r>
            <a:r>
              <a:rPr lang="en-US" sz="2000"/>
              <a:t> </a:t>
            </a:r>
            <a:r>
              <a:rPr lang="en-US" sz="2000" err="1"/>
              <a:t>elit</a:t>
            </a:r>
            <a:r>
              <a:rPr lang="en-US" sz="2000"/>
              <a:t>. </a:t>
            </a:r>
            <a:r>
              <a:rPr lang="en-US" sz="2000" err="1"/>
              <a:t>Urna</a:t>
            </a:r>
            <a:r>
              <a:rPr lang="en-US" sz="2000"/>
              <a:t> </a:t>
            </a:r>
            <a:r>
              <a:rPr lang="en-US" sz="2000" err="1"/>
              <a:t>justo</a:t>
            </a:r>
            <a:r>
              <a:rPr lang="en-US" sz="2000"/>
              <a:t> </a:t>
            </a:r>
            <a:r>
              <a:rPr lang="en-US" sz="2000" err="1"/>
              <a:t>aenean</a:t>
            </a:r>
            <a:r>
              <a:rPr lang="en-US" sz="2000"/>
              <a:t> </a:t>
            </a:r>
            <a:r>
              <a:rPr lang="en-US" sz="2000" err="1"/>
              <a:t>aliquet</a:t>
            </a:r>
            <a:r>
              <a:rPr lang="en-US" sz="2000"/>
              <a:t> in </a:t>
            </a:r>
            <a:r>
              <a:rPr lang="en-US" sz="2000" err="1"/>
              <a:t>eleifend</a:t>
            </a:r>
            <a:r>
              <a:rPr lang="en-US" sz="2000"/>
              <a:t> </a:t>
            </a:r>
            <a:r>
              <a:rPr lang="en-US" sz="2000" err="1"/>
              <a:t>venenatis</a:t>
            </a:r>
            <a:r>
              <a:rPr lang="en-US" sz="2000"/>
              <a:t> </a:t>
            </a:r>
            <a:r>
              <a:rPr lang="en-US" sz="2000" err="1"/>
              <a:t>dapibus</a:t>
            </a:r>
            <a:r>
              <a:rPr lang="en-US" sz="2000"/>
              <a:t> </a:t>
            </a:r>
            <a:r>
              <a:rPr lang="en-US" sz="2000" err="1"/>
              <a:t>montes</a:t>
            </a:r>
            <a:r>
              <a:rPr lang="en-US" sz="2000"/>
              <a:t> </a:t>
            </a:r>
            <a:r>
              <a:rPr lang="en-US" sz="2000" err="1"/>
              <a:t>natoque</a:t>
            </a:r>
            <a:r>
              <a:rPr lang="en-US" sz="2000"/>
              <a:t>.” 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7E84B0-EEAB-621D-92FF-1B767B9AE3C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EEE95E9-DAA4-431C-7F03-DDAA4A8C6EE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Job Title, Company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3572305-F828-9D91-07B2-54D8BF93B20B}"/>
              </a:ext>
            </a:extLst>
          </p:cNvPr>
          <p:cNvGrpSpPr/>
          <p:nvPr/>
        </p:nvGrpSpPr>
        <p:grpSpPr>
          <a:xfrm>
            <a:off x="946876" y="1925502"/>
            <a:ext cx="802104" cy="802104"/>
            <a:chOff x="353438" y="1982347"/>
            <a:chExt cx="802104" cy="8021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9130FFC-D2F5-6772-40F0-E76CC18973EB}"/>
                </a:ext>
              </a:extLst>
            </p:cNvPr>
            <p:cNvSpPr/>
            <p:nvPr/>
          </p:nvSpPr>
          <p:spPr>
            <a:xfrm>
              <a:off x="353438" y="1982347"/>
              <a:ext cx="802104" cy="802104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4EB6696-140E-658E-E341-3AB8191483C2}"/>
                </a:ext>
              </a:extLst>
            </p:cNvPr>
            <p:cNvGrpSpPr/>
            <p:nvPr/>
          </p:nvGrpSpPr>
          <p:grpSpPr>
            <a:xfrm>
              <a:off x="523173" y="2126356"/>
              <a:ext cx="446563" cy="492099"/>
              <a:chOff x="6328806" y="3311370"/>
              <a:chExt cx="507511" cy="576679"/>
            </a:xfrm>
          </p:grpSpPr>
          <p:sp>
            <p:nvSpPr>
              <p:cNvPr id="14" name="Graphic 88">
                <a:extLst>
                  <a:ext uri="{FF2B5EF4-FFF2-40B4-BE49-F238E27FC236}">
                    <a16:creationId xmlns:a16="http://schemas.microsoft.com/office/drawing/2014/main" id="{1D8085F2-C113-1A97-9C5A-6F2CEC2D92DF}"/>
                  </a:ext>
                </a:extLst>
              </p:cNvPr>
              <p:cNvSpPr/>
              <p:nvPr/>
            </p:nvSpPr>
            <p:spPr>
              <a:xfrm>
                <a:off x="6418943" y="3403260"/>
                <a:ext cx="327237" cy="303463"/>
              </a:xfrm>
              <a:custGeom>
                <a:avLst/>
                <a:gdLst>
                  <a:gd name="connsiteX0" fmla="*/ 248511 w 327237"/>
                  <a:gd name="connsiteY0" fmla="*/ 303463 h 303463"/>
                  <a:gd name="connsiteX1" fmla="*/ 303464 w 327237"/>
                  <a:gd name="connsiteY1" fmla="*/ 78726 h 303463"/>
                  <a:gd name="connsiteX2" fmla="*/ 78727 w 327237"/>
                  <a:gd name="connsiteY2" fmla="*/ 23773 h 303463"/>
                  <a:gd name="connsiteX3" fmla="*/ 23774 w 327237"/>
                  <a:gd name="connsiteY3" fmla="*/ 248510 h 303463"/>
                  <a:gd name="connsiteX4" fmla="*/ 78727 w 327237"/>
                  <a:gd name="connsiteY4" fmla="*/ 303463 h 303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7237" h="303463">
                    <a:moveTo>
                      <a:pt x="248511" y="303463"/>
                    </a:moveTo>
                    <a:cubicBezTo>
                      <a:pt x="325745" y="256579"/>
                      <a:pt x="350348" y="155960"/>
                      <a:pt x="303464" y="78726"/>
                    </a:cubicBezTo>
                    <a:cubicBezTo>
                      <a:pt x="256579" y="1492"/>
                      <a:pt x="155961" y="-23110"/>
                      <a:pt x="78727" y="23773"/>
                    </a:cubicBezTo>
                    <a:cubicBezTo>
                      <a:pt x="1493" y="70658"/>
                      <a:pt x="-23111" y="171276"/>
                      <a:pt x="23774" y="248510"/>
                    </a:cubicBezTo>
                    <a:cubicBezTo>
                      <a:pt x="37412" y="270976"/>
                      <a:pt x="56261" y="289825"/>
                      <a:pt x="78727" y="303463"/>
                    </a:cubicBezTo>
                  </a:path>
                </a:pathLst>
              </a:custGeom>
              <a:noFill/>
              <a:ln w="16574" cap="rnd">
                <a:solidFill>
                  <a:srgbClr val="28213A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Graphic 88">
                <a:extLst>
                  <a:ext uri="{FF2B5EF4-FFF2-40B4-BE49-F238E27FC236}">
                    <a16:creationId xmlns:a16="http://schemas.microsoft.com/office/drawing/2014/main" id="{13722C05-9AD6-B3FF-3412-517CF7009144}"/>
                  </a:ext>
                </a:extLst>
              </p:cNvPr>
              <p:cNvSpPr/>
              <p:nvPr/>
            </p:nvSpPr>
            <p:spPr>
              <a:xfrm>
                <a:off x="6618024" y="3852587"/>
                <a:ext cx="12461" cy="8363"/>
              </a:xfrm>
              <a:custGeom>
                <a:avLst/>
                <a:gdLst>
                  <a:gd name="connsiteX0" fmla="*/ 12462 w 12461"/>
                  <a:gd name="connsiteY0" fmla="*/ 0 h 8363"/>
                  <a:gd name="connsiteX1" fmla="*/ 0 w 12461"/>
                  <a:gd name="connsiteY1" fmla="*/ 0 h 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461" h="8363">
                    <a:moveTo>
                      <a:pt x="12462" y="0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rgbClr val="28213A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Graphic 88">
                <a:extLst>
                  <a:ext uri="{FF2B5EF4-FFF2-40B4-BE49-F238E27FC236}">
                    <a16:creationId xmlns:a16="http://schemas.microsoft.com/office/drawing/2014/main" id="{3913406C-A6A0-7298-C06F-5D42AED36AC6}"/>
                  </a:ext>
                </a:extLst>
              </p:cNvPr>
              <p:cNvSpPr/>
              <p:nvPr/>
            </p:nvSpPr>
            <p:spPr>
              <a:xfrm>
                <a:off x="6534638" y="3852587"/>
                <a:ext cx="12461" cy="8363"/>
              </a:xfrm>
              <a:custGeom>
                <a:avLst/>
                <a:gdLst>
                  <a:gd name="connsiteX0" fmla="*/ 12462 w 12461"/>
                  <a:gd name="connsiteY0" fmla="*/ 0 h 8363"/>
                  <a:gd name="connsiteX1" fmla="*/ 0 w 12461"/>
                  <a:gd name="connsiteY1" fmla="*/ 0 h 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461" h="8363">
                    <a:moveTo>
                      <a:pt x="12462" y="0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rgbClr val="28213A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Graphic 88">
                <a:extLst>
                  <a:ext uri="{FF2B5EF4-FFF2-40B4-BE49-F238E27FC236}">
                    <a16:creationId xmlns:a16="http://schemas.microsoft.com/office/drawing/2014/main" id="{6DC04909-F297-F786-6435-09566DF7D896}"/>
                  </a:ext>
                </a:extLst>
              </p:cNvPr>
              <p:cNvSpPr/>
              <p:nvPr/>
            </p:nvSpPr>
            <p:spPr>
              <a:xfrm>
                <a:off x="6547100" y="3852587"/>
                <a:ext cx="70924" cy="35462"/>
              </a:xfrm>
              <a:custGeom>
                <a:avLst/>
                <a:gdLst>
                  <a:gd name="connsiteX0" fmla="*/ 70924 w 70924"/>
                  <a:gd name="connsiteY0" fmla="*/ 0 h 35462"/>
                  <a:gd name="connsiteX1" fmla="*/ 35462 w 70924"/>
                  <a:gd name="connsiteY1" fmla="*/ 35462 h 35462"/>
                  <a:gd name="connsiteX2" fmla="*/ 0 w 70924"/>
                  <a:gd name="connsiteY2" fmla="*/ 0 h 35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924" h="35462">
                    <a:moveTo>
                      <a:pt x="70924" y="0"/>
                    </a:moveTo>
                    <a:cubicBezTo>
                      <a:pt x="70924" y="19585"/>
                      <a:pt x="55048" y="35462"/>
                      <a:pt x="35462" y="35462"/>
                    </a:cubicBezTo>
                    <a:cubicBezTo>
                      <a:pt x="15877" y="35462"/>
                      <a:pt x="0" y="19585"/>
                      <a:pt x="0" y="0"/>
                    </a:cubicBezTo>
                  </a:path>
                </a:pathLst>
              </a:custGeom>
              <a:noFill/>
              <a:ln w="16574" cap="rnd">
                <a:solidFill>
                  <a:srgbClr val="28213A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Graphic 88">
                <a:extLst>
                  <a:ext uri="{FF2B5EF4-FFF2-40B4-BE49-F238E27FC236}">
                    <a16:creationId xmlns:a16="http://schemas.microsoft.com/office/drawing/2014/main" id="{39032069-7D8A-F3D7-3EA0-020F2389A10C}"/>
                  </a:ext>
                </a:extLst>
              </p:cNvPr>
              <p:cNvSpPr/>
              <p:nvPr/>
            </p:nvSpPr>
            <p:spPr>
              <a:xfrm>
                <a:off x="6497670" y="3755233"/>
                <a:ext cx="169783" cy="8363"/>
              </a:xfrm>
              <a:custGeom>
                <a:avLst/>
                <a:gdLst>
                  <a:gd name="connsiteX0" fmla="*/ 169784 w 169783"/>
                  <a:gd name="connsiteY0" fmla="*/ 0 h 8363"/>
                  <a:gd name="connsiteX1" fmla="*/ 0 w 169783"/>
                  <a:gd name="connsiteY1" fmla="*/ 0 h 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9783" h="8363">
                    <a:moveTo>
                      <a:pt x="169784" y="0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rgbClr val="28213A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Graphic 88">
                <a:extLst>
                  <a:ext uri="{FF2B5EF4-FFF2-40B4-BE49-F238E27FC236}">
                    <a16:creationId xmlns:a16="http://schemas.microsoft.com/office/drawing/2014/main" id="{9290112C-15DA-E205-E3AE-A0B0E74A0362}"/>
                  </a:ext>
                </a:extLst>
              </p:cNvPr>
              <p:cNvSpPr/>
              <p:nvPr/>
            </p:nvSpPr>
            <p:spPr>
              <a:xfrm>
                <a:off x="6509965" y="3786764"/>
                <a:ext cx="145194" cy="8363"/>
              </a:xfrm>
              <a:custGeom>
                <a:avLst/>
                <a:gdLst>
                  <a:gd name="connsiteX0" fmla="*/ 145194 w 145194"/>
                  <a:gd name="connsiteY0" fmla="*/ 0 h 8363"/>
                  <a:gd name="connsiteX1" fmla="*/ 0 w 145194"/>
                  <a:gd name="connsiteY1" fmla="*/ 0 h 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5194" h="8363">
                    <a:moveTo>
                      <a:pt x="145194" y="0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rgbClr val="28213A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Graphic 88">
                <a:extLst>
                  <a:ext uri="{FF2B5EF4-FFF2-40B4-BE49-F238E27FC236}">
                    <a16:creationId xmlns:a16="http://schemas.microsoft.com/office/drawing/2014/main" id="{73EFE02F-5642-9918-65D4-43AD86DEB0D8}"/>
                  </a:ext>
                </a:extLst>
              </p:cNvPr>
              <p:cNvSpPr/>
              <p:nvPr/>
            </p:nvSpPr>
            <p:spPr>
              <a:xfrm>
                <a:off x="6522343" y="3818295"/>
                <a:ext cx="120437" cy="8363"/>
              </a:xfrm>
              <a:custGeom>
                <a:avLst/>
                <a:gdLst>
                  <a:gd name="connsiteX0" fmla="*/ 120438 w 120437"/>
                  <a:gd name="connsiteY0" fmla="*/ 0 h 8363"/>
                  <a:gd name="connsiteX1" fmla="*/ 0 w 120437"/>
                  <a:gd name="connsiteY1" fmla="*/ 0 h 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437" h="8363">
                    <a:moveTo>
                      <a:pt x="120438" y="0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rgbClr val="28213A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Graphic 88">
                <a:extLst>
                  <a:ext uri="{FF2B5EF4-FFF2-40B4-BE49-F238E27FC236}">
                    <a16:creationId xmlns:a16="http://schemas.microsoft.com/office/drawing/2014/main" id="{12D6A7AA-F680-10D9-8BBB-D58EF378D449}"/>
                  </a:ext>
                </a:extLst>
              </p:cNvPr>
              <p:cNvSpPr/>
              <p:nvPr/>
            </p:nvSpPr>
            <p:spPr>
              <a:xfrm>
                <a:off x="6582562" y="3311370"/>
                <a:ext cx="8363" cy="55618"/>
              </a:xfrm>
              <a:custGeom>
                <a:avLst/>
                <a:gdLst>
                  <a:gd name="connsiteX0" fmla="*/ 0 w 8363"/>
                  <a:gd name="connsiteY0" fmla="*/ 55619 h 55618"/>
                  <a:gd name="connsiteX1" fmla="*/ 0 w 8363"/>
                  <a:gd name="connsiteY1" fmla="*/ 0 h 55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63" h="55618">
                    <a:moveTo>
                      <a:pt x="0" y="55619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Graphic 88">
                <a:extLst>
                  <a:ext uri="{FF2B5EF4-FFF2-40B4-BE49-F238E27FC236}">
                    <a16:creationId xmlns:a16="http://schemas.microsoft.com/office/drawing/2014/main" id="{753D11DF-A9EF-6408-581D-2CA122DCE8A4}"/>
                  </a:ext>
                </a:extLst>
              </p:cNvPr>
              <p:cNvSpPr/>
              <p:nvPr/>
            </p:nvSpPr>
            <p:spPr>
              <a:xfrm>
                <a:off x="6328806" y="3565125"/>
                <a:ext cx="53778" cy="8363"/>
              </a:xfrm>
              <a:custGeom>
                <a:avLst/>
                <a:gdLst>
                  <a:gd name="connsiteX0" fmla="*/ 53779 w 53778"/>
                  <a:gd name="connsiteY0" fmla="*/ 0 h 8363"/>
                  <a:gd name="connsiteX1" fmla="*/ 0 w 53778"/>
                  <a:gd name="connsiteY1" fmla="*/ 0 h 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778" h="8363">
                    <a:moveTo>
                      <a:pt x="53779" y="0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Graphic 88">
                <a:extLst>
                  <a:ext uri="{FF2B5EF4-FFF2-40B4-BE49-F238E27FC236}">
                    <a16:creationId xmlns:a16="http://schemas.microsoft.com/office/drawing/2014/main" id="{AD69C212-800C-D846-1E55-393D177C8BB9}"/>
                  </a:ext>
                </a:extLst>
              </p:cNvPr>
              <p:cNvSpPr/>
              <p:nvPr/>
            </p:nvSpPr>
            <p:spPr>
              <a:xfrm>
                <a:off x="6782539" y="3565125"/>
                <a:ext cx="53778" cy="8363"/>
              </a:xfrm>
              <a:custGeom>
                <a:avLst/>
                <a:gdLst>
                  <a:gd name="connsiteX0" fmla="*/ 53779 w 53778"/>
                  <a:gd name="connsiteY0" fmla="*/ 0 h 8363"/>
                  <a:gd name="connsiteX1" fmla="*/ 0 w 53778"/>
                  <a:gd name="connsiteY1" fmla="*/ 0 h 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778" h="8363">
                    <a:moveTo>
                      <a:pt x="53779" y="0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Graphic 88">
                <a:extLst>
                  <a:ext uri="{FF2B5EF4-FFF2-40B4-BE49-F238E27FC236}">
                    <a16:creationId xmlns:a16="http://schemas.microsoft.com/office/drawing/2014/main" id="{4B2DE393-AC6B-6C2B-FA80-4AC875440021}"/>
                  </a:ext>
                </a:extLst>
              </p:cNvPr>
              <p:cNvSpPr/>
              <p:nvPr/>
            </p:nvSpPr>
            <p:spPr>
              <a:xfrm>
                <a:off x="6403160" y="3385723"/>
                <a:ext cx="38891" cy="38891"/>
              </a:xfrm>
              <a:custGeom>
                <a:avLst/>
                <a:gdLst>
                  <a:gd name="connsiteX0" fmla="*/ 38891 w 38891"/>
                  <a:gd name="connsiteY0" fmla="*/ 38891 h 38891"/>
                  <a:gd name="connsiteX1" fmla="*/ 0 w 38891"/>
                  <a:gd name="connsiteY1" fmla="*/ 0 h 38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91" h="38891">
                    <a:moveTo>
                      <a:pt x="38891" y="38891"/>
                    </a:moveTo>
                    <a:lnTo>
                      <a:pt x="0" y="0"/>
                    </a:lnTo>
                  </a:path>
                </a:pathLst>
              </a:custGeom>
              <a:ln w="16574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Graphic 88">
                <a:extLst>
                  <a:ext uri="{FF2B5EF4-FFF2-40B4-BE49-F238E27FC236}">
                    <a16:creationId xmlns:a16="http://schemas.microsoft.com/office/drawing/2014/main" id="{EAC08D8D-B551-BA47-8E13-5F67DC0C8D05}"/>
                  </a:ext>
                </a:extLst>
              </p:cNvPr>
              <p:cNvSpPr/>
              <p:nvPr/>
            </p:nvSpPr>
            <p:spPr>
              <a:xfrm>
                <a:off x="6723073" y="3385723"/>
                <a:ext cx="38891" cy="38891"/>
              </a:xfrm>
              <a:custGeom>
                <a:avLst/>
                <a:gdLst>
                  <a:gd name="connsiteX0" fmla="*/ 0 w 38891"/>
                  <a:gd name="connsiteY0" fmla="*/ 38891 h 38891"/>
                  <a:gd name="connsiteX1" fmla="*/ 38891 w 38891"/>
                  <a:gd name="connsiteY1" fmla="*/ 0 h 38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91" h="38891">
                    <a:moveTo>
                      <a:pt x="0" y="38891"/>
                    </a:moveTo>
                    <a:lnTo>
                      <a:pt x="38891" y="0"/>
                    </a:lnTo>
                  </a:path>
                </a:pathLst>
              </a:custGeom>
              <a:ln w="16574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664F5E-460B-152B-5B65-B1813B0826AB}"/>
              </a:ext>
            </a:extLst>
          </p:cNvPr>
          <p:cNvGrpSpPr/>
          <p:nvPr/>
        </p:nvGrpSpPr>
        <p:grpSpPr>
          <a:xfrm>
            <a:off x="2908523" y="1925502"/>
            <a:ext cx="802104" cy="802104"/>
            <a:chOff x="3305186" y="1982347"/>
            <a:chExt cx="802104" cy="8021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2F75BA-5D01-1C81-3DF0-D264186B9F46}"/>
                </a:ext>
              </a:extLst>
            </p:cNvPr>
            <p:cNvSpPr/>
            <p:nvPr/>
          </p:nvSpPr>
          <p:spPr>
            <a:xfrm>
              <a:off x="3305186" y="1982347"/>
              <a:ext cx="802104" cy="802104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58342F3A-0EAB-BE31-3791-405E585800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34447" y="2015212"/>
              <a:ext cx="736374" cy="736374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2917C13-3D22-F6AC-C641-6174D614BCCE}"/>
              </a:ext>
            </a:extLst>
          </p:cNvPr>
          <p:cNvGrpSpPr/>
          <p:nvPr/>
        </p:nvGrpSpPr>
        <p:grpSpPr>
          <a:xfrm>
            <a:off x="4888587" y="1925502"/>
            <a:ext cx="802104" cy="802104"/>
            <a:chOff x="6208807" y="1982347"/>
            <a:chExt cx="802104" cy="80210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F16E3A0-5BF4-1709-9A24-16C778AF9403}"/>
                </a:ext>
              </a:extLst>
            </p:cNvPr>
            <p:cNvSpPr/>
            <p:nvPr/>
          </p:nvSpPr>
          <p:spPr>
            <a:xfrm>
              <a:off x="6208807" y="1982347"/>
              <a:ext cx="802104" cy="802104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0FBD0F0B-C624-35F4-0D0F-048FA7B0E6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60350" y="2034374"/>
              <a:ext cx="704511" cy="704511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EEFC059-60D8-9832-186A-18E232928EE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5675" y="2874179"/>
            <a:ext cx="1847687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164">
              <a:defRPr/>
            </a:pPr>
            <a:r>
              <a:rPr lang="en-US" sz="3400" b="1">
                <a:solidFill>
                  <a:schemeClr val="accent1"/>
                </a:solidFill>
                <a:cs typeface="Poppins"/>
              </a:rPr>
              <a:t>&gt;1,700</a:t>
            </a:r>
          </a:p>
          <a:p>
            <a:pPr algn="ctr" defTabSz="914164">
              <a:defRPr/>
            </a:pPr>
            <a:r>
              <a:rPr lang="en-US" sz="1000">
                <a:solidFill>
                  <a:srgbClr val="48484A"/>
                </a:solidFill>
                <a:cs typeface="Poppins" panose="00000500000000000000" pitchFamily="50" charset="0"/>
              </a:rPr>
              <a:t>Customers installed worldwide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DD1F3C-B33C-81BA-CFB8-62FF1A101A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15802" y="2874179"/>
            <a:ext cx="1847687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164">
              <a:defRPr/>
            </a:pPr>
            <a:r>
              <a:rPr lang="en-US" sz="3400" b="1">
                <a:solidFill>
                  <a:schemeClr val="accent1"/>
                </a:solidFill>
                <a:cs typeface="Poppins"/>
              </a:rPr>
              <a:t>&gt;1,700</a:t>
            </a:r>
          </a:p>
          <a:p>
            <a:pPr algn="ctr" defTabSz="914164">
              <a:defRPr/>
            </a:pPr>
            <a:r>
              <a:rPr lang="en-US" sz="1000">
                <a:solidFill>
                  <a:srgbClr val="48484A"/>
                </a:solidFill>
                <a:cs typeface="Poppins" panose="00000500000000000000" pitchFamily="50" charset="0"/>
              </a:rPr>
              <a:t>Customers installed worldwide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83789A-5578-BBD9-7A26-C84E21487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360018" y="2874179"/>
            <a:ext cx="1847687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164">
              <a:defRPr/>
            </a:pPr>
            <a:r>
              <a:rPr lang="en-US" sz="3400" b="1">
                <a:solidFill>
                  <a:schemeClr val="accent1"/>
                </a:solidFill>
                <a:cs typeface="Poppins"/>
              </a:rPr>
              <a:t>&gt;1,700</a:t>
            </a:r>
          </a:p>
          <a:p>
            <a:pPr algn="ctr" defTabSz="914164">
              <a:defRPr/>
            </a:pPr>
            <a:r>
              <a:rPr lang="en-US" sz="1000">
                <a:solidFill>
                  <a:srgbClr val="48484A"/>
                </a:solidFill>
                <a:cs typeface="Poppins" panose="00000500000000000000" pitchFamily="50" charset="0"/>
              </a:rPr>
              <a:t>Customers installed worldwide</a:t>
            </a:r>
          </a:p>
        </p:txBody>
      </p:sp>
    </p:spTree>
    <p:extLst>
      <p:ext uri="{BB962C8B-B14F-4D97-AF65-F5344CB8AC3E}">
        <p14:creationId xmlns:p14="http://schemas.microsoft.com/office/powerpoint/2010/main" val="308526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D1EC34-C006-BA3B-A479-3B26E9A3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1074113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01FDF8-C760-8B9D-E05E-C042E75D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A950600-4344-07CE-6F5E-A6BAB6064335}"/>
              </a:ext>
            </a:extLst>
          </p:cNvPr>
          <p:cNvSpPr/>
          <p:nvPr/>
        </p:nvSpPr>
        <p:spPr>
          <a:xfrm rot="5400000">
            <a:off x="11550805" y="3675936"/>
            <a:ext cx="231005" cy="292920"/>
          </a:xfrm>
          <a:custGeom>
            <a:avLst/>
            <a:gdLst>
              <a:gd name="connsiteX0" fmla="*/ 0 w 1424552"/>
              <a:gd name="connsiteY0" fmla="*/ 1056866 h 1806367"/>
              <a:gd name="connsiteX1" fmla="*/ 121645 w 1424552"/>
              <a:gd name="connsiteY1" fmla="*/ 637813 h 1806367"/>
              <a:gd name="connsiteX2" fmla="*/ 179527 w 1424552"/>
              <a:gd name="connsiteY2" fmla="*/ 563994 h 1806367"/>
              <a:gd name="connsiteX3" fmla="*/ 178932 w 1424552"/>
              <a:gd name="connsiteY3" fmla="*/ 563994 h 1806367"/>
              <a:gd name="connsiteX4" fmla="*/ 182314 w 1424552"/>
              <a:gd name="connsiteY4" fmla="*/ 560440 h 1806367"/>
              <a:gd name="connsiteX5" fmla="*/ 208621 w 1424552"/>
              <a:gd name="connsiteY5" fmla="*/ 526889 h 1806367"/>
              <a:gd name="connsiteX6" fmla="*/ 240897 w 1424552"/>
              <a:gd name="connsiteY6" fmla="*/ 498867 h 1806367"/>
              <a:gd name="connsiteX7" fmla="*/ 715541 w 1424552"/>
              <a:gd name="connsiteY7" fmla="*/ 0 h 1806367"/>
              <a:gd name="connsiteX8" fmla="*/ 1252150 w 1424552"/>
              <a:gd name="connsiteY8" fmla="*/ 563994 h 1806367"/>
              <a:gd name="connsiteX9" fmla="*/ 1245026 w 1424552"/>
              <a:gd name="connsiteY9" fmla="*/ 563994 h 1806367"/>
              <a:gd name="connsiteX10" fmla="*/ 1302907 w 1424552"/>
              <a:gd name="connsiteY10" fmla="*/ 637813 h 1806367"/>
              <a:gd name="connsiteX11" fmla="*/ 1424552 w 1424552"/>
              <a:gd name="connsiteY11" fmla="*/ 1056866 h 1806367"/>
              <a:gd name="connsiteX12" fmla="*/ 712276 w 1424552"/>
              <a:gd name="connsiteY12" fmla="*/ 1806367 h 1806367"/>
              <a:gd name="connsiteX13" fmla="*/ 0 w 1424552"/>
              <a:gd name="connsiteY13" fmla="*/ 1056866 h 1806367"/>
              <a:gd name="connsiteX0" fmla="*/ 0 w 1424552"/>
              <a:gd name="connsiteY0" fmla="*/ 1056866 h 1806367"/>
              <a:gd name="connsiteX1" fmla="*/ 121645 w 1424552"/>
              <a:gd name="connsiteY1" fmla="*/ 637813 h 1806367"/>
              <a:gd name="connsiteX2" fmla="*/ 179527 w 1424552"/>
              <a:gd name="connsiteY2" fmla="*/ 563994 h 1806367"/>
              <a:gd name="connsiteX3" fmla="*/ 178932 w 1424552"/>
              <a:gd name="connsiteY3" fmla="*/ 563994 h 1806367"/>
              <a:gd name="connsiteX4" fmla="*/ 182314 w 1424552"/>
              <a:gd name="connsiteY4" fmla="*/ 560440 h 1806367"/>
              <a:gd name="connsiteX5" fmla="*/ 208621 w 1424552"/>
              <a:gd name="connsiteY5" fmla="*/ 526889 h 1806367"/>
              <a:gd name="connsiteX6" fmla="*/ 240897 w 1424552"/>
              <a:gd name="connsiteY6" fmla="*/ 498867 h 1806367"/>
              <a:gd name="connsiteX7" fmla="*/ 715541 w 1424552"/>
              <a:gd name="connsiteY7" fmla="*/ 0 h 1806367"/>
              <a:gd name="connsiteX8" fmla="*/ 1252150 w 1424552"/>
              <a:gd name="connsiteY8" fmla="*/ 563994 h 1806367"/>
              <a:gd name="connsiteX9" fmla="*/ 1245029 w 1424552"/>
              <a:gd name="connsiteY9" fmla="*/ 559181 h 1806367"/>
              <a:gd name="connsiteX10" fmla="*/ 1302907 w 1424552"/>
              <a:gd name="connsiteY10" fmla="*/ 637813 h 1806367"/>
              <a:gd name="connsiteX11" fmla="*/ 1424552 w 1424552"/>
              <a:gd name="connsiteY11" fmla="*/ 1056866 h 1806367"/>
              <a:gd name="connsiteX12" fmla="*/ 712276 w 1424552"/>
              <a:gd name="connsiteY12" fmla="*/ 1806367 h 1806367"/>
              <a:gd name="connsiteX13" fmla="*/ 0 w 1424552"/>
              <a:gd name="connsiteY13" fmla="*/ 1056866 h 1806367"/>
              <a:gd name="connsiteX0" fmla="*/ 0 w 1424552"/>
              <a:gd name="connsiteY0" fmla="*/ 1056866 h 1806367"/>
              <a:gd name="connsiteX1" fmla="*/ 121645 w 1424552"/>
              <a:gd name="connsiteY1" fmla="*/ 637813 h 1806367"/>
              <a:gd name="connsiteX2" fmla="*/ 179527 w 1424552"/>
              <a:gd name="connsiteY2" fmla="*/ 563994 h 1806367"/>
              <a:gd name="connsiteX3" fmla="*/ 178932 w 1424552"/>
              <a:gd name="connsiteY3" fmla="*/ 563994 h 1806367"/>
              <a:gd name="connsiteX4" fmla="*/ 182314 w 1424552"/>
              <a:gd name="connsiteY4" fmla="*/ 560440 h 1806367"/>
              <a:gd name="connsiteX5" fmla="*/ 208621 w 1424552"/>
              <a:gd name="connsiteY5" fmla="*/ 526889 h 1806367"/>
              <a:gd name="connsiteX6" fmla="*/ 269775 w 1424552"/>
              <a:gd name="connsiteY6" fmla="*/ 469991 h 1806367"/>
              <a:gd name="connsiteX7" fmla="*/ 715541 w 1424552"/>
              <a:gd name="connsiteY7" fmla="*/ 0 h 1806367"/>
              <a:gd name="connsiteX8" fmla="*/ 1252150 w 1424552"/>
              <a:gd name="connsiteY8" fmla="*/ 563994 h 1806367"/>
              <a:gd name="connsiteX9" fmla="*/ 1245029 w 1424552"/>
              <a:gd name="connsiteY9" fmla="*/ 559181 h 1806367"/>
              <a:gd name="connsiteX10" fmla="*/ 1302907 w 1424552"/>
              <a:gd name="connsiteY10" fmla="*/ 637813 h 1806367"/>
              <a:gd name="connsiteX11" fmla="*/ 1424552 w 1424552"/>
              <a:gd name="connsiteY11" fmla="*/ 1056866 h 1806367"/>
              <a:gd name="connsiteX12" fmla="*/ 712276 w 1424552"/>
              <a:gd name="connsiteY12" fmla="*/ 1806367 h 1806367"/>
              <a:gd name="connsiteX13" fmla="*/ 0 w 1424552"/>
              <a:gd name="connsiteY13" fmla="*/ 1056866 h 1806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4552" h="1806367">
                <a:moveTo>
                  <a:pt x="0" y="1056866"/>
                </a:moveTo>
                <a:cubicBezTo>
                  <a:pt x="0" y="901639"/>
                  <a:pt x="44845" y="757434"/>
                  <a:pt x="121645" y="637813"/>
                </a:cubicBezTo>
                <a:lnTo>
                  <a:pt x="179527" y="563994"/>
                </a:lnTo>
                <a:lnTo>
                  <a:pt x="178932" y="563994"/>
                </a:lnTo>
                <a:lnTo>
                  <a:pt x="182314" y="560440"/>
                </a:lnTo>
                <a:lnTo>
                  <a:pt x="208621" y="526889"/>
                </a:lnTo>
                <a:lnTo>
                  <a:pt x="269775" y="469991"/>
                </a:lnTo>
                <a:lnTo>
                  <a:pt x="715541" y="0"/>
                </a:lnTo>
                <a:lnTo>
                  <a:pt x="1252150" y="563994"/>
                </a:lnTo>
                <a:lnTo>
                  <a:pt x="1245029" y="559181"/>
                </a:lnTo>
                <a:cubicBezTo>
                  <a:pt x="1264323" y="583787"/>
                  <a:pt x="1283613" y="613207"/>
                  <a:pt x="1302907" y="637813"/>
                </a:cubicBezTo>
                <a:cubicBezTo>
                  <a:pt x="1379707" y="757434"/>
                  <a:pt x="1424552" y="901639"/>
                  <a:pt x="1424552" y="1056866"/>
                </a:cubicBezTo>
                <a:cubicBezTo>
                  <a:pt x="1424552" y="1470804"/>
                  <a:pt x="1105655" y="1806367"/>
                  <a:pt x="712276" y="1806367"/>
                </a:cubicBezTo>
                <a:cubicBezTo>
                  <a:pt x="318897" y="1806367"/>
                  <a:pt x="0" y="1470804"/>
                  <a:pt x="0" y="105686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D8E3CE-7B4F-858A-975B-0BFE7634CC73}"/>
              </a:ext>
            </a:extLst>
          </p:cNvPr>
          <p:cNvSpPr/>
          <p:nvPr/>
        </p:nvSpPr>
        <p:spPr>
          <a:xfrm flipV="1">
            <a:off x="634678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2C84AF-9108-9660-C3B7-0582015BDB2C}"/>
              </a:ext>
            </a:extLst>
          </p:cNvPr>
          <p:cNvSpPr/>
          <p:nvPr/>
        </p:nvSpPr>
        <p:spPr>
          <a:xfrm flipV="1">
            <a:off x="919039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179B14-B5FF-6101-A169-D51E1B0C1716}"/>
              </a:ext>
            </a:extLst>
          </p:cNvPr>
          <p:cNvSpPr/>
          <p:nvPr/>
        </p:nvSpPr>
        <p:spPr>
          <a:xfrm flipV="1">
            <a:off x="1125807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3ABA20-20FC-2D95-767E-292D381E87B7}"/>
              </a:ext>
            </a:extLst>
          </p:cNvPr>
          <p:cNvSpPr/>
          <p:nvPr/>
        </p:nvSpPr>
        <p:spPr>
          <a:xfrm flipV="1">
            <a:off x="1539345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CC5F51-A3B6-2CF6-865F-310E301CADC6}"/>
              </a:ext>
            </a:extLst>
          </p:cNvPr>
          <p:cNvSpPr/>
          <p:nvPr/>
        </p:nvSpPr>
        <p:spPr>
          <a:xfrm flipV="1">
            <a:off x="2441977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A9932C-CCCC-FAB6-1AE6-C6820BE89953}"/>
              </a:ext>
            </a:extLst>
          </p:cNvPr>
          <p:cNvSpPr/>
          <p:nvPr/>
        </p:nvSpPr>
        <p:spPr>
          <a:xfrm flipV="1">
            <a:off x="3345591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068D64-E653-D9F8-C715-13C523A41EDA}"/>
              </a:ext>
            </a:extLst>
          </p:cNvPr>
          <p:cNvSpPr/>
          <p:nvPr/>
        </p:nvSpPr>
        <p:spPr>
          <a:xfrm flipV="1">
            <a:off x="4252678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1208B9-DE94-3F49-78E9-A097FEED2DBA}"/>
              </a:ext>
            </a:extLst>
          </p:cNvPr>
          <p:cNvSpPr/>
          <p:nvPr/>
        </p:nvSpPr>
        <p:spPr>
          <a:xfrm flipV="1">
            <a:off x="5159753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90DE18-83E6-A999-5403-B3B38680EEB6}"/>
              </a:ext>
            </a:extLst>
          </p:cNvPr>
          <p:cNvSpPr/>
          <p:nvPr/>
        </p:nvSpPr>
        <p:spPr>
          <a:xfrm flipV="1">
            <a:off x="6063343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DAD69BE-9BCF-7758-BE74-4D5FCFAA8FFE}"/>
              </a:ext>
            </a:extLst>
          </p:cNvPr>
          <p:cNvSpPr/>
          <p:nvPr/>
        </p:nvSpPr>
        <p:spPr>
          <a:xfrm flipV="1">
            <a:off x="6973410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27D93E-5C8D-D55D-B3FD-2772FC5C1AA0}"/>
              </a:ext>
            </a:extLst>
          </p:cNvPr>
          <p:cNvSpPr/>
          <p:nvPr/>
        </p:nvSpPr>
        <p:spPr>
          <a:xfrm flipV="1">
            <a:off x="7883477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242087F-A083-49BC-7210-9757BAA36F45}"/>
              </a:ext>
            </a:extLst>
          </p:cNvPr>
          <p:cNvSpPr/>
          <p:nvPr/>
        </p:nvSpPr>
        <p:spPr>
          <a:xfrm flipV="1">
            <a:off x="8797224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6A9908-23AD-D410-CE55-2A95655F6B6A}"/>
              </a:ext>
            </a:extLst>
          </p:cNvPr>
          <p:cNvSpPr/>
          <p:nvPr/>
        </p:nvSpPr>
        <p:spPr>
          <a:xfrm flipV="1">
            <a:off x="9714652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947E72-8036-55E2-A655-C5DE63510B8D}"/>
              </a:ext>
            </a:extLst>
          </p:cNvPr>
          <p:cNvSpPr/>
          <p:nvPr/>
        </p:nvSpPr>
        <p:spPr>
          <a:xfrm flipV="1">
            <a:off x="10621935" y="3706510"/>
            <a:ext cx="244720" cy="23256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D70A34F-D4D2-5060-0004-6EE884895A77}"/>
              </a:ext>
            </a:extLst>
          </p:cNvPr>
          <p:cNvSpPr/>
          <p:nvPr/>
        </p:nvSpPr>
        <p:spPr>
          <a:xfrm flipV="1">
            <a:off x="1332575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998EDAA-FB4C-C35B-A3E2-9F8BB07AF93E}"/>
              </a:ext>
            </a:extLst>
          </p:cNvPr>
          <p:cNvSpPr/>
          <p:nvPr/>
        </p:nvSpPr>
        <p:spPr>
          <a:xfrm flipV="1">
            <a:off x="1824935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EF7062-245C-93FD-D34C-31D65DE0411D}"/>
              </a:ext>
            </a:extLst>
          </p:cNvPr>
          <p:cNvSpPr/>
          <p:nvPr/>
        </p:nvSpPr>
        <p:spPr>
          <a:xfrm flipV="1">
            <a:off x="2031703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5CB1B8-A30D-1549-80F0-7D9EFD087E2A}"/>
              </a:ext>
            </a:extLst>
          </p:cNvPr>
          <p:cNvSpPr/>
          <p:nvPr/>
        </p:nvSpPr>
        <p:spPr>
          <a:xfrm flipV="1">
            <a:off x="2238471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05CB04F-940B-748C-EA5D-AEAD9B111FAA}"/>
              </a:ext>
            </a:extLst>
          </p:cNvPr>
          <p:cNvSpPr/>
          <p:nvPr/>
        </p:nvSpPr>
        <p:spPr>
          <a:xfrm flipV="1">
            <a:off x="2719764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C6AB1B3-C793-D450-DF3B-7067F56A4843}"/>
              </a:ext>
            </a:extLst>
          </p:cNvPr>
          <p:cNvSpPr/>
          <p:nvPr/>
        </p:nvSpPr>
        <p:spPr>
          <a:xfrm flipV="1">
            <a:off x="2926532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7A7304-81D2-BB80-547A-1561893C746F}"/>
              </a:ext>
            </a:extLst>
          </p:cNvPr>
          <p:cNvSpPr/>
          <p:nvPr/>
        </p:nvSpPr>
        <p:spPr>
          <a:xfrm flipV="1">
            <a:off x="3133300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D5F6ADD-A81D-7BAD-2EA1-844B877F5930}"/>
              </a:ext>
            </a:extLst>
          </p:cNvPr>
          <p:cNvSpPr/>
          <p:nvPr/>
        </p:nvSpPr>
        <p:spPr>
          <a:xfrm flipV="1">
            <a:off x="3628310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6407DC-E36B-A7BF-D022-5C9AF2C93B4D}"/>
              </a:ext>
            </a:extLst>
          </p:cNvPr>
          <p:cNvSpPr/>
          <p:nvPr/>
        </p:nvSpPr>
        <p:spPr>
          <a:xfrm flipV="1">
            <a:off x="3835078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BF9C9DF-B819-5A2D-F27A-74B917E25679}"/>
              </a:ext>
            </a:extLst>
          </p:cNvPr>
          <p:cNvSpPr/>
          <p:nvPr/>
        </p:nvSpPr>
        <p:spPr>
          <a:xfrm flipV="1">
            <a:off x="4041846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0B3CCF2-595C-972E-4B0E-9AB3F265983B}"/>
              </a:ext>
            </a:extLst>
          </p:cNvPr>
          <p:cNvSpPr/>
          <p:nvPr/>
        </p:nvSpPr>
        <p:spPr>
          <a:xfrm flipV="1">
            <a:off x="4535570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8E7BC72-7928-6718-9668-538B72349F95}"/>
              </a:ext>
            </a:extLst>
          </p:cNvPr>
          <p:cNvSpPr/>
          <p:nvPr/>
        </p:nvSpPr>
        <p:spPr>
          <a:xfrm flipV="1">
            <a:off x="4742338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1513E2C-D452-6192-7E57-8BD0EB647C2F}"/>
              </a:ext>
            </a:extLst>
          </p:cNvPr>
          <p:cNvSpPr/>
          <p:nvPr/>
        </p:nvSpPr>
        <p:spPr>
          <a:xfrm flipV="1">
            <a:off x="4949106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FA009D4-72F0-460E-8AD2-347504EAB4CD}"/>
              </a:ext>
            </a:extLst>
          </p:cNvPr>
          <p:cNvSpPr/>
          <p:nvPr/>
        </p:nvSpPr>
        <p:spPr>
          <a:xfrm flipV="1">
            <a:off x="5447291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DC31B5-B8CE-8F79-BE73-4ED3E61F13C9}"/>
              </a:ext>
            </a:extLst>
          </p:cNvPr>
          <p:cNvSpPr/>
          <p:nvPr/>
        </p:nvSpPr>
        <p:spPr>
          <a:xfrm flipV="1">
            <a:off x="5654059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711FCDC-28CE-9767-47F3-860DC5C02772}"/>
              </a:ext>
            </a:extLst>
          </p:cNvPr>
          <p:cNvSpPr/>
          <p:nvPr/>
        </p:nvSpPr>
        <p:spPr>
          <a:xfrm flipV="1">
            <a:off x="5860827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CCD316-C590-7EE4-DFE2-FC80D2DED23D}"/>
              </a:ext>
            </a:extLst>
          </p:cNvPr>
          <p:cNvSpPr/>
          <p:nvPr/>
        </p:nvSpPr>
        <p:spPr>
          <a:xfrm flipV="1">
            <a:off x="6348739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C1D11DF-BAE8-CE79-4171-05A424AFA3E7}"/>
              </a:ext>
            </a:extLst>
          </p:cNvPr>
          <p:cNvSpPr/>
          <p:nvPr/>
        </p:nvSpPr>
        <p:spPr>
          <a:xfrm flipV="1">
            <a:off x="6555507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BE2ECA3-F1A9-EA3B-F13E-820E9A5778CF}"/>
              </a:ext>
            </a:extLst>
          </p:cNvPr>
          <p:cNvSpPr/>
          <p:nvPr/>
        </p:nvSpPr>
        <p:spPr>
          <a:xfrm flipV="1">
            <a:off x="6762275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6013AF4-08EE-36A7-B52D-43D1B8DDB779}"/>
              </a:ext>
            </a:extLst>
          </p:cNvPr>
          <p:cNvSpPr/>
          <p:nvPr/>
        </p:nvSpPr>
        <p:spPr>
          <a:xfrm flipV="1">
            <a:off x="7256268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52632FB-3681-3BF7-42A0-C58D5CA9F11A}"/>
              </a:ext>
            </a:extLst>
          </p:cNvPr>
          <p:cNvSpPr/>
          <p:nvPr/>
        </p:nvSpPr>
        <p:spPr>
          <a:xfrm flipV="1">
            <a:off x="7463036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811F1CD-A6BA-994E-26AD-B76CBAC1AADB}"/>
              </a:ext>
            </a:extLst>
          </p:cNvPr>
          <p:cNvSpPr/>
          <p:nvPr/>
        </p:nvSpPr>
        <p:spPr>
          <a:xfrm flipV="1">
            <a:off x="7669804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CCDED0F-12D6-D034-58EB-472EA4D1FFEF}"/>
              </a:ext>
            </a:extLst>
          </p:cNvPr>
          <p:cNvSpPr/>
          <p:nvPr/>
        </p:nvSpPr>
        <p:spPr>
          <a:xfrm flipV="1">
            <a:off x="8171164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A096505-56DD-39DB-430F-5FEB3F91EA0C}"/>
              </a:ext>
            </a:extLst>
          </p:cNvPr>
          <p:cNvSpPr/>
          <p:nvPr/>
        </p:nvSpPr>
        <p:spPr>
          <a:xfrm flipV="1">
            <a:off x="8377932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70EFAB6-9286-A6BA-25B2-267B19121A03}"/>
              </a:ext>
            </a:extLst>
          </p:cNvPr>
          <p:cNvSpPr/>
          <p:nvPr/>
        </p:nvSpPr>
        <p:spPr>
          <a:xfrm flipV="1">
            <a:off x="8584700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0119C33-F75D-CB83-4EF0-DF48C3B17BED}"/>
              </a:ext>
            </a:extLst>
          </p:cNvPr>
          <p:cNvSpPr/>
          <p:nvPr/>
        </p:nvSpPr>
        <p:spPr>
          <a:xfrm flipV="1">
            <a:off x="9088218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07A1463-0E63-CB8F-2F1B-032D6BA8B197}"/>
              </a:ext>
            </a:extLst>
          </p:cNvPr>
          <p:cNvSpPr/>
          <p:nvPr/>
        </p:nvSpPr>
        <p:spPr>
          <a:xfrm flipV="1">
            <a:off x="9294986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7AAD2F7-8FC8-EBA1-D2B5-CF278C681ABC}"/>
              </a:ext>
            </a:extLst>
          </p:cNvPr>
          <p:cNvSpPr/>
          <p:nvPr/>
        </p:nvSpPr>
        <p:spPr>
          <a:xfrm flipV="1">
            <a:off x="9501754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5EF7DF2-47BE-3484-FF6C-6E47F598EA31}"/>
              </a:ext>
            </a:extLst>
          </p:cNvPr>
          <p:cNvSpPr/>
          <p:nvPr/>
        </p:nvSpPr>
        <p:spPr>
          <a:xfrm flipV="1">
            <a:off x="9998922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4E6CD4B-FFD2-AFD5-8643-830EAE84E632}"/>
              </a:ext>
            </a:extLst>
          </p:cNvPr>
          <p:cNvSpPr/>
          <p:nvPr/>
        </p:nvSpPr>
        <p:spPr>
          <a:xfrm flipV="1">
            <a:off x="10205690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8D7A3A4-223F-7938-BED4-EF6BF722C5D4}"/>
              </a:ext>
            </a:extLst>
          </p:cNvPr>
          <p:cNvSpPr/>
          <p:nvPr/>
        </p:nvSpPr>
        <p:spPr>
          <a:xfrm flipV="1">
            <a:off x="10412458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86C14C-BF74-DE8F-7091-729E2967A34B}"/>
              </a:ext>
            </a:extLst>
          </p:cNvPr>
          <p:cNvSpPr/>
          <p:nvPr/>
        </p:nvSpPr>
        <p:spPr>
          <a:xfrm flipV="1">
            <a:off x="10907468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756A10E-6785-F7B1-EC44-99484746ED4F}"/>
              </a:ext>
            </a:extLst>
          </p:cNvPr>
          <p:cNvSpPr/>
          <p:nvPr/>
        </p:nvSpPr>
        <p:spPr>
          <a:xfrm flipV="1">
            <a:off x="11114236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EE020C1-4335-0D1A-7C0B-03C76180D34B}"/>
              </a:ext>
            </a:extLst>
          </p:cNvPr>
          <p:cNvSpPr/>
          <p:nvPr/>
        </p:nvSpPr>
        <p:spPr>
          <a:xfrm flipV="1">
            <a:off x="11321004" y="3743380"/>
            <a:ext cx="167127" cy="158827"/>
          </a:xfrm>
          <a:prstGeom prst="ellipse">
            <a:avLst/>
          </a:prstGeom>
          <a:noFill/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107F2F3-3620-444A-A325-06DAC60773C8}"/>
              </a:ext>
            </a:extLst>
          </p:cNvPr>
          <p:cNvGrpSpPr/>
          <p:nvPr/>
        </p:nvGrpSpPr>
        <p:grpSpPr>
          <a:xfrm>
            <a:off x="954695" y="2761057"/>
            <a:ext cx="94767" cy="1105981"/>
            <a:chOff x="604958" y="363972"/>
            <a:chExt cx="99873" cy="1165576"/>
          </a:xfrm>
          <a:solidFill>
            <a:srgbClr val="FA7E2E"/>
          </a:solidFill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91748D1-4B18-4CED-D66C-F88C62702253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2B541B-63D5-AE3C-39C4-F3C27E385F5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5" y="363972"/>
              <a:ext cx="0" cy="1046902"/>
            </a:xfrm>
            <a:prstGeom prst="lin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42EF20C-B42B-C426-3482-7073FE29D564}"/>
              </a:ext>
            </a:extLst>
          </p:cNvPr>
          <p:cNvGrpSpPr/>
          <p:nvPr/>
        </p:nvGrpSpPr>
        <p:grpSpPr>
          <a:xfrm rot="10800000">
            <a:off x="1369314" y="3775058"/>
            <a:ext cx="94767" cy="847095"/>
            <a:chOff x="604958" y="636808"/>
            <a:chExt cx="99873" cy="892740"/>
          </a:xfrm>
          <a:solidFill>
            <a:srgbClr val="FA7E2E"/>
          </a:solidFill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32EE997-88BE-2EBE-0C78-6207670B5246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9B30CCC-87EE-45FC-1CDA-6ECFA4E2A6B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4" y="636808"/>
              <a:ext cx="1" cy="774066"/>
            </a:xfrm>
            <a:prstGeom prst="lin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76B6B80-058B-9685-041B-02503F2A3C7A}"/>
              </a:ext>
            </a:extLst>
          </p:cNvPr>
          <p:cNvGrpSpPr/>
          <p:nvPr/>
        </p:nvGrpSpPr>
        <p:grpSpPr>
          <a:xfrm>
            <a:off x="9124428" y="3019943"/>
            <a:ext cx="94767" cy="847095"/>
            <a:chOff x="604958" y="636808"/>
            <a:chExt cx="99873" cy="892740"/>
          </a:xfrm>
          <a:solidFill>
            <a:srgbClr val="FA7E2E"/>
          </a:solidFill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FAE4D1A-C6C1-CAF4-4053-D3C15D62A763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ACFE681-4658-C613-9FB9-4008C9DEE941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4" y="636808"/>
              <a:ext cx="1" cy="774066"/>
            </a:xfrm>
            <a:prstGeom prst="lin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6650517-1293-71DB-6247-9E523C85F449}"/>
              </a:ext>
            </a:extLst>
          </p:cNvPr>
          <p:cNvGrpSpPr/>
          <p:nvPr/>
        </p:nvGrpSpPr>
        <p:grpSpPr>
          <a:xfrm rot="10800000">
            <a:off x="7498851" y="3775058"/>
            <a:ext cx="94767" cy="847095"/>
            <a:chOff x="604958" y="636808"/>
            <a:chExt cx="99873" cy="892740"/>
          </a:xfrm>
          <a:solidFill>
            <a:srgbClr val="1A81F3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06FBE84-F620-C506-FD55-180BE352CF88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 cap="flat" cmpd="sng" algn="ctr">
              <a:solidFill>
                <a:srgbClr val="1A81F3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4DFB06C-C803-F9DD-45AC-DA65A6D828A4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4" y="636808"/>
              <a:ext cx="1" cy="774066"/>
            </a:xfrm>
            <a:prstGeom prst="line">
              <a:avLst/>
            </a:prstGeom>
            <a:grpFill/>
            <a:ln>
              <a:solidFill>
                <a:srgbClr val="1A81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D918E44-5EB9-A47B-3CCC-ED4F957E676D}"/>
              </a:ext>
            </a:extLst>
          </p:cNvPr>
          <p:cNvGrpSpPr/>
          <p:nvPr/>
        </p:nvGrpSpPr>
        <p:grpSpPr>
          <a:xfrm rot="10800000">
            <a:off x="4571204" y="3775058"/>
            <a:ext cx="94767" cy="847095"/>
            <a:chOff x="604958" y="636808"/>
            <a:chExt cx="99873" cy="892740"/>
          </a:xfrm>
          <a:solidFill>
            <a:srgbClr val="1A81F3"/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97A4C78-3362-9E61-ADAC-16F3B08FF3EF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 cap="flat" cmpd="sng" algn="ctr">
              <a:solidFill>
                <a:srgbClr val="1A81F3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1A5E036-34D9-3DD7-2904-FD5CCCC501C5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4" y="636808"/>
              <a:ext cx="1" cy="774066"/>
            </a:xfrm>
            <a:prstGeom prst="line">
              <a:avLst/>
            </a:prstGeom>
            <a:grpFill/>
            <a:ln>
              <a:solidFill>
                <a:srgbClr val="1A81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3B4DE8F-76FB-26EB-6D2D-4E63D4FA7EDF}"/>
              </a:ext>
            </a:extLst>
          </p:cNvPr>
          <p:cNvGrpSpPr/>
          <p:nvPr/>
        </p:nvGrpSpPr>
        <p:grpSpPr>
          <a:xfrm>
            <a:off x="2757029" y="3019943"/>
            <a:ext cx="94767" cy="847095"/>
            <a:chOff x="604958" y="636808"/>
            <a:chExt cx="99873" cy="892740"/>
          </a:xfrm>
          <a:solidFill>
            <a:srgbClr val="23C5BF"/>
          </a:solidFill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5186F33-94B7-55A1-13F9-AE60D10B365F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9BCD257-1F11-015B-98E6-9A9E13ACC7FD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4" y="636808"/>
              <a:ext cx="1" cy="774066"/>
            </a:xfrm>
            <a:prstGeom prst="line">
              <a:avLst/>
            </a:prstGeom>
            <a:grpFill/>
            <a:ln w="63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FF8F175-2A59-B6DC-5495-1F52DBB6A44A}"/>
              </a:ext>
            </a:extLst>
          </p:cNvPr>
          <p:cNvGrpSpPr/>
          <p:nvPr/>
        </p:nvGrpSpPr>
        <p:grpSpPr>
          <a:xfrm>
            <a:off x="8414640" y="1843850"/>
            <a:ext cx="94767" cy="2023188"/>
            <a:chOff x="604958" y="-602658"/>
            <a:chExt cx="99873" cy="2132206"/>
          </a:xfrm>
          <a:solidFill>
            <a:srgbClr val="23C5BF"/>
          </a:solidFill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EBE9566-70CE-623A-6151-4FC4DADD4627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F1335B7-AC91-4A6A-C09D-40EAE86EC40C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5" y="-602658"/>
              <a:ext cx="0" cy="2013532"/>
            </a:xfrm>
            <a:prstGeom prst="line">
              <a:avLst/>
            </a:prstGeom>
            <a:grpFill/>
            <a:ln w="63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2F9832-70C5-BCBB-54C3-7313CD5D15D1}"/>
              </a:ext>
            </a:extLst>
          </p:cNvPr>
          <p:cNvGrpSpPr/>
          <p:nvPr/>
        </p:nvGrpSpPr>
        <p:grpSpPr>
          <a:xfrm>
            <a:off x="7293235" y="2676987"/>
            <a:ext cx="94767" cy="1190051"/>
            <a:chOff x="604958" y="275372"/>
            <a:chExt cx="99873" cy="1254176"/>
          </a:xfrm>
          <a:solidFill>
            <a:srgbClr val="23C5BF"/>
          </a:solidFill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527F963-AB77-7A15-026E-BE7A4C822EDF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D16DFFD-F378-E567-F98E-A9638EC8A92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5" y="275372"/>
              <a:ext cx="0" cy="1135502"/>
            </a:xfrm>
            <a:prstGeom prst="line">
              <a:avLst/>
            </a:prstGeom>
            <a:grpFill/>
            <a:ln w="63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AFE696E-4248-2F42-129A-CC3FAE75FAF3}"/>
              </a:ext>
            </a:extLst>
          </p:cNvPr>
          <p:cNvGrpSpPr/>
          <p:nvPr/>
        </p:nvGrpSpPr>
        <p:grpSpPr>
          <a:xfrm rot="10800000">
            <a:off x="7958470" y="3775058"/>
            <a:ext cx="94767" cy="1944849"/>
            <a:chOff x="604958" y="-520098"/>
            <a:chExt cx="99873" cy="2049646"/>
          </a:xfrm>
          <a:solidFill>
            <a:schemeClr val="tx2"/>
          </a:solidFill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100F2B3-BA66-F5C7-8EDD-C0C51321C072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 cap="flat" cmpd="sng" algn="ctr">
              <a:solidFill>
                <a:schemeClr val="tx2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BF5A175-0376-68F8-884E-59C784052EC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4894" y="-520098"/>
              <a:ext cx="0" cy="1930971"/>
            </a:xfrm>
            <a:prstGeom prst="lin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B164D56-5ABE-3C5C-2724-13A24502517E}"/>
              </a:ext>
            </a:extLst>
          </p:cNvPr>
          <p:cNvGrpSpPr/>
          <p:nvPr/>
        </p:nvGrpSpPr>
        <p:grpSpPr>
          <a:xfrm rot="10800000">
            <a:off x="5691463" y="3775058"/>
            <a:ext cx="94767" cy="1516224"/>
            <a:chOff x="604958" y="-68376"/>
            <a:chExt cx="99873" cy="1597924"/>
          </a:xfrm>
          <a:solidFill>
            <a:srgbClr val="1A81F3"/>
          </a:solidFill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43EED7F1-A50A-60DD-DA93-F7F46E7CAB1E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solidFill>
              <a:srgbClr val="23C5BF"/>
            </a:solidFill>
            <a:ln w="6350" cap="flat" cmpd="sng" algn="ctr">
              <a:solidFill>
                <a:srgbClr val="23C5BF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F029FFB-0D2D-BA58-D56B-82F27C226D7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4894" y="-68376"/>
              <a:ext cx="0" cy="1479250"/>
            </a:xfrm>
            <a:prstGeom prst="line">
              <a:avLst/>
            </a:prstGeom>
            <a:solidFill>
              <a:srgbClr val="23C5BF"/>
            </a:solidFill>
            <a:ln>
              <a:solidFill>
                <a:srgbClr val="23C5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6BC3336-D81A-A679-C519-CD6F6D2DD9DB}"/>
              </a:ext>
            </a:extLst>
          </p:cNvPr>
          <p:cNvGrpSpPr/>
          <p:nvPr/>
        </p:nvGrpSpPr>
        <p:grpSpPr>
          <a:xfrm>
            <a:off x="1859471" y="2093091"/>
            <a:ext cx="94767" cy="1773947"/>
            <a:chOff x="604958" y="-339986"/>
            <a:chExt cx="99873" cy="1869534"/>
          </a:xfrm>
          <a:solidFill>
            <a:srgbClr val="FA7E2E"/>
          </a:solidFill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CC34FD6-5F84-F1B5-D57C-57820DF6F981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F695CD1-733F-3B6C-7BBF-E8BBEAE4B605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5" y="-339986"/>
              <a:ext cx="0" cy="1750862"/>
            </a:xfrm>
            <a:prstGeom prst="lin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FFF3F93-6757-8A3B-B105-BE63DC56AE4F}"/>
              </a:ext>
            </a:extLst>
          </p:cNvPr>
          <p:cNvGrpSpPr/>
          <p:nvPr/>
        </p:nvGrpSpPr>
        <p:grpSpPr>
          <a:xfrm>
            <a:off x="11592797" y="3019943"/>
            <a:ext cx="94767" cy="847095"/>
            <a:chOff x="604958" y="636808"/>
            <a:chExt cx="99873" cy="892740"/>
          </a:xfrm>
          <a:solidFill>
            <a:srgbClr val="FA7E2E"/>
          </a:solidFill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BC933B8-462D-2EB4-6DC5-A824D35855D5}"/>
                </a:ext>
              </a:extLst>
            </p:cNvPr>
            <p:cNvSpPr/>
            <p:nvPr/>
          </p:nvSpPr>
          <p:spPr>
            <a:xfrm>
              <a:off x="604958" y="1428804"/>
              <a:ext cx="99873" cy="100744"/>
            </a:xfrm>
            <a:prstGeom prst="ellipse">
              <a:avLst/>
            </a:prstGeom>
            <a:grpFill/>
            <a:ln w="6350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37C39E0-45AD-87EA-0F6B-6B11E74594B5}"/>
                </a:ext>
              </a:extLst>
            </p:cNvPr>
            <p:cNvCxnSpPr>
              <a:cxnSpLocks/>
            </p:cNvCxnSpPr>
            <p:nvPr/>
          </p:nvCxnSpPr>
          <p:spPr>
            <a:xfrm>
              <a:off x="654894" y="636808"/>
              <a:ext cx="1" cy="774066"/>
            </a:xfrm>
            <a:prstGeom prst="lin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6202E41-7A61-5797-03D3-2BEC444E68FF}"/>
              </a:ext>
            </a:extLst>
          </p:cNvPr>
          <p:cNvSpPr txBox="1"/>
          <p:nvPr/>
        </p:nvSpPr>
        <p:spPr>
          <a:xfrm>
            <a:off x="5869544" y="4016158"/>
            <a:ext cx="64120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September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B8D6FA6-DBFB-A2DF-ADE1-9C22ECED380C}"/>
              </a:ext>
            </a:extLst>
          </p:cNvPr>
          <p:cNvSpPr txBox="1"/>
          <p:nvPr/>
        </p:nvSpPr>
        <p:spPr>
          <a:xfrm>
            <a:off x="11473584" y="4016158"/>
            <a:ext cx="36227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March</a:t>
            </a:r>
          </a:p>
          <a:p>
            <a:pPr algn="ctr"/>
            <a:r>
              <a:rPr lang="en-US" sz="900"/>
              <a:t>2025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406728E-378B-DBEC-C71B-6DCE1143A017}"/>
              </a:ext>
            </a:extLst>
          </p:cNvPr>
          <p:cNvSpPr txBox="1"/>
          <p:nvPr/>
        </p:nvSpPr>
        <p:spPr>
          <a:xfrm>
            <a:off x="1525011" y="3361710"/>
            <a:ext cx="275717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April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A53477C-A800-741C-BBD7-C122A28D43B6}"/>
              </a:ext>
            </a:extLst>
          </p:cNvPr>
          <p:cNvSpPr txBox="1"/>
          <p:nvPr/>
        </p:nvSpPr>
        <p:spPr>
          <a:xfrm>
            <a:off x="2345121" y="4016158"/>
            <a:ext cx="455931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/>
              <a:t>May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23B23A3-F2A8-6965-3653-782690A5A15A}"/>
              </a:ext>
            </a:extLst>
          </p:cNvPr>
          <p:cNvSpPr txBox="1"/>
          <p:nvPr/>
        </p:nvSpPr>
        <p:spPr>
          <a:xfrm>
            <a:off x="3325899" y="3361710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June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A25C93-18C7-B2A0-358B-5D1FA757C3A3}"/>
              </a:ext>
            </a:extLst>
          </p:cNvPr>
          <p:cNvSpPr txBox="1"/>
          <p:nvPr/>
        </p:nvSpPr>
        <p:spPr>
          <a:xfrm>
            <a:off x="4234334" y="4016158"/>
            <a:ext cx="275717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July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F1C7094-5259-A559-534A-16C43B606B00}"/>
              </a:ext>
            </a:extLst>
          </p:cNvPr>
          <p:cNvSpPr txBox="1"/>
          <p:nvPr/>
        </p:nvSpPr>
        <p:spPr>
          <a:xfrm>
            <a:off x="5079170" y="3361710"/>
            <a:ext cx="407163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August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3B3FE0D-D311-8CF5-BDE0-F5151C0E7171}"/>
              </a:ext>
            </a:extLst>
          </p:cNvPr>
          <p:cNvSpPr txBox="1"/>
          <p:nvPr/>
        </p:nvSpPr>
        <p:spPr>
          <a:xfrm>
            <a:off x="6801427" y="3361710"/>
            <a:ext cx="591303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/>
              <a:t>October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F9BB2C-7C8D-A632-92B8-F61E0C888416}"/>
              </a:ext>
            </a:extLst>
          </p:cNvPr>
          <p:cNvSpPr txBox="1"/>
          <p:nvPr/>
        </p:nvSpPr>
        <p:spPr>
          <a:xfrm>
            <a:off x="7709795" y="4016158"/>
            <a:ext cx="604333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November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617A8B2-7D38-AF64-0C7E-7536DFE05F8B}"/>
              </a:ext>
            </a:extLst>
          </p:cNvPr>
          <p:cNvSpPr txBox="1"/>
          <p:nvPr/>
        </p:nvSpPr>
        <p:spPr>
          <a:xfrm>
            <a:off x="8613399" y="3361710"/>
            <a:ext cx="607538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December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D0CF59D-EA0C-637F-157C-C6A4E8AF830B}"/>
              </a:ext>
            </a:extLst>
          </p:cNvPr>
          <p:cNvSpPr txBox="1"/>
          <p:nvPr/>
        </p:nvSpPr>
        <p:spPr>
          <a:xfrm>
            <a:off x="9600597" y="4016158"/>
            <a:ext cx="47449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January</a:t>
            </a:r>
          </a:p>
          <a:p>
            <a:pPr algn="ctr"/>
            <a:r>
              <a:rPr lang="en-US" sz="900"/>
              <a:t>2025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4066AD7-3D34-1526-B9B0-07730765F615}"/>
              </a:ext>
            </a:extLst>
          </p:cNvPr>
          <p:cNvSpPr txBox="1"/>
          <p:nvPr/>
        </p:nvSpPr>
        <p:spPr>
          <a:xfrm>
            <a:off x="10488846" y="3361710"/>
            <a:ext cx="51296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February</a:t>
            </a:r>
          </a:p>
          <a:p>
            <a:pPr algn="ctr"/>
            <a:r>
              <a:rPr lang="en-US" sz="900"/>
              <a:t>2025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B70C56C-59AE-F52A-5BEC-A171E2EF52C7}"/>
              </a:ext>
            </a:extLst>
          </p:cNvPr>
          <p:cNvSpPr txBox="1"/>
          <p:nvPr/>
        </p:nvSpPr>
        <p:spPr>
          <a:xfrm>
            <a:off x="572654" y="4016158"/>
            <a:ext cx="36227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/>
              <a:t>March</a:t>
            </a:r>
          </a:p>
          <a:p>
            <a:pPr algn="ctr"/>
            <a:r>
              <a:rPr lang="en-US" sz="900"/>
              <a:t>2024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863300D6-B5B2-EBA0-B22B-4CA8CBE20D2B}"/>
              </a:ext>
            </a:extLst>
          </p:cNvPr>
          <p:cNvSpPr/>
          <p:nvPr/>
        </p:nvSpPr>
        <p:spPr>
          <a:xfrm>
            <a:off x="484740" y="2311696"/>
            <a:ext cx="1041405" cy="615233"/>
          </a:xfrm>
          <a:prstGeom prst="roundRect">
            <a:avLst>
              <a:gd name="adj" fmla="val 9409"/>
            </a:avLst>
          </a:prstGeom>
          <a:solidFill>
            <a:schemeClr val="accent4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Agreement signed</a:t>
            </a:r>
          </a:p>
          <a:p>
            <a:pPr algn="ctr">
              <a:spcAft>
                <a:spcPts val="200"/>
              </a:spcAft>
            </a:pPr>
            <a:r>
              <a:rPr lang="en-US" sz="800">
                <a:solidFill>
                  <a:schemeClr val="tx1"/>
                </a:solidFill>
              </a:rPr>
              <a:t>March 7, 2024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E3E70F0E-0F87-D993-86AF-B65CC05A8E03}"/>
              </a:ext>
            </a:extLst>
          </p:cNvPr>
          <p:cNvSpPr/>
          <p:nvPr/>
        </p:nvSpPr>
        <p:spPr>
          <a:xfrm>
            <a:off x="1385325" y="1543442"/>
            <a:ext cx="1041405" cy="615233"/>
          </a:xfrm>
          <a:prstGeom prst="roundRect">
            <a:avLst>
              <a:gd name="adj" fmla="val 9409"/>
            </a:avLst>
          </a:prstGeom>
          <a:solidFill>
            <a:schemeClr val="accent4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Reported issues fixed</a:t>
            </a:r>
          </a:p>
          <a:p>
            <a:pPr algn="ctr">
              <a:spcAft>
                <a:spcPts val="200"/>
              </a:spcAft>
            </a:pPr>
            <a:r>
              <a:rPr lang="en-US" sz="800">
                <a:solidFill>
                  <a:schemeClr val="tx1"/>
                </a:solidFill>
              </a:rPr>
              <a:t>April 6, 2024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5D20087A-E0EF-8136-1626-FC8BECC5EA63}"/>
              </a:ext>
            </a:extLst>
          </p:cNvPr>
          <p:cNvSpPr/>
          <p:nvPr/>
        </p:nvSpPr>
        <p:spPr>
          <a:xfrm>
            <a:off x="2126323" y="2484429"/>
            <a:ext cx="1387620" cy="615233"/>
          </a:xfrm>
          <a:prstGeom prst="roundRect">
            <a:avLst>
              <a:gd name="adj" fmla="val 9409"/>
            </a:avLst>
          </a:prstGeom>
          <a:solidFill>
            <a:schemeClr val="accent3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90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(3-5) Phase 0 </a:t>
            </a:r>
            <a:endParaRPr lang="en-US" sz="90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Early Adopter Customers Signed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08B17091-940E-6F98-9150-C8F41BC68B75}"/>
              </a:ext>
            </a:extLst>
          </p:cNvPr>
          <p:cNvSpPr/>
          <p:nvPr/>
        </p:nvSpPr>
        <p:spPr>
          <a:xfrm>
            <a:off x="10459492" y="2374442"/>
            <a:ext cx="1406525" cy="637190"/>
          </a:xfrm>
          <a:prstGeom prst="roundRect">
            <a:avLst>
              <a:gd name="adj" fmla="val 9409"/>
            </a:avLst>
          </a:prstGeom>
          <a:solidFill>
            <a:schemeClr val="accent4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Deliver first project without support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March 7, 2025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A4B75DC0-D732-81DD-BC1B-22199D7F54BD}"/>
              </a:ext>
            </a:extLst>
          </p:cNvPr>
          <p:cNvSpPr/>
          <p:nvPr/>
        </p:nvSpPr>
        <p:spPr>
          <a:xfrm>
            <a:off x="8568286" y="2338424"/>
            <a:ext cx="1332406" cy="708133"/>
          </a:xfrm>
          <a:prstGeom prst="roundRect">
            <a:avLst>
              <a:gd name="adj" fmla="val 9409"/>
            </a:avLst>
          </a:prstGeom>
          <a:solidFill>
            <a:schemeClr val="accent4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Deliver first project with guidance</a:t>
            </a:r>
          </a:p>
          <a:p>
            <a:pPr algn="ctr">
              <a:spcAft>
                <a:spcPts val="200"/>
              </a:spcAft>
            </a:pPr>
            <a:r>
              <a:rPr lang="en-US" sz="800">
                <a:solidFill>
                  <a:schemeClr val="tx1"/>
                </a:solidFill>
              </a:rPr>
              <a:t>December 7, 2024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7C91F496-836C-7F0B-AD63-39174346BD73}"/>
              </a:ext>
            </a:extLst>
          </p:cNvPr>
          <p:cNvSpPr/>
          <p:nvPr/>
        </p:nvSpPr>
        <p:spPr>
          <a:xfrm>
            <a:off x="7864415" y="1530017"/>
            <a:ext cx="1179027" cy="615233"/>
          </a:xfrm>
          <a:prstGeom prst="roundRect">
            <a:avLst>
              <a:gd name="adj" fmla="val 9409"/>
            </a:avLst>
          </a:prstGeom>
          <a:solidFill>
            <a:schemeClr val="accent3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Aft>
                <a:spcPts val="200"/>
              </a:spcAft>
            </a:pPr>
            <a:r>
              <a:rPr lang="en-US" sz="90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(3) Phase 0 </a:t>
            </a:r>
            <a:endParaRPr lang="en-US" sz="90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algn="ctr">
              <a:spcAft>
                <a:spcPts val="4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Early Adopters Complete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0953BD6C-09A5-7AD8-DECE-E972E0D0FDEA}"/>
              </a:ext>
            </a:extLst>
          </p:cNvPr>
          <p:cNvSpPr/>
          <p:nvPr/>
        </p:nvSpPr>
        <p:spPr>
          <a:xfrm>
            <a:off x="6739299" y="2261338"/>
            <a:ext cx="1119868" cy="615233"/>
          </a:xfrm>
          <a:prstGeom prst="roundRect">
            <a:avLst>
              <a:gd name="adj" fmla="val 9409"/>
            </a:avLst>
          </a:prstGeom>
          <a:solidFill>
            <a:schemeClr val="accent3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90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One Phase 1 </a:t>
            </a:r>
            <a:endParaRPr lang="en-US" sz="90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Early Adopter Complete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61FD30DF-7799-0FD3-E47E-BEE697CEB365}"/>
              </a:ext>
            </a:extLst>
          </p:cNvPr>
          <p:cNvSpPr/>
          <p:nvPr/>
        </p:nvSpPr>
        <p:spPr>
          <a:xfrm>
            <a:off x="852155" y="4423082"/>
            <a:ext cx="1146509" cy="646763"/>
          </a:xfrm>
          <a:prstGeom prst="roundRect">
            <a:avLst>
              <a:gd name="adj" fmla="val 9409"/>
            </a:avLst>
          </a:prstGeom>
          <a:solidFill>
            <a:schemeClr val="accent4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Due diligence </a:t>
            </a:r>
            <a:b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of code done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March 21, 2024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170AB151-F745-A897-7F24-49D6719B0C12}"/>
              </a:ext>
            </a:extLst>
          </p:cNvPr>
          <p:cNvSpPr/>
          <p:nvPr/>
        </p:nvSpPr>
        <p:spPr>
          <a:xfrm>
            <a:off x="4021447" y="4466316"/>
            <a:ext cx="1146509" cy="510129"/>
          </a:xfrm>
          <a:prstGeom prst="roundRect">
            <a:avLst>
              <a:gd name="adj" fmla="val 9409"/>
            </a:avLst>
          </a:prstGeom>
          <a:solidFill>
            <a:schemeClr val="accent1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Phase 1 </a:t>
            </a:r>
            <a:b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Patch release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693AC9C0-B379-C5B6-F94D-FAAC5F70D9C3}"/>
              </a:ext>
            </a:extLst>
          </p:cNvPr>
          <p:cNvSpPr/>
          <p:nvPr/>
        </p:nvSpPr>
        <p:spPr>
          <a:xfrm>
            <a:off x="5038486" y="5133434"/>
            <a:ext cx="1387270" cy="615233"/>
          </a:xfrm>
          <a:prstGeom prst="roundRect">
            <a:avLst>
              <a:gd name="adj" fmla="val 9409"/>
            </a:avLst>
          </a:prstGeom>
          <a:solidFill>
            <a:schemeClr val="accent3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90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(3-5) Phase 0 </a:t>
            </a:r>
            <a:endParaRPr lang="en-US" sz="90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Early Adopter Customers Signed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622CD27C-BD9F-AFDA-FADA-C87FAA0F3387}"/>
              </a:ext>
            </a:extLst>
          </p:cNvPr>
          <p:cNvSpPr/>
          <p:nvPr/>
        </p:nvSpPr>
        <p:spPr>
          <a:xfrm>
            <a:off x="6607339" y="4372048"/>
            <a:ext cx="1262515" cy="783397"/>
          </a:xfrm>
          <a:prstGeom prst="roundRect">
            <a:avLst>
              <a:gd name="adj" fmla="val 9409"/>
            </a:avLst>
          </a:prstGeom>
          <a:solidFill>
            <a:schemeClr val="accent1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Phase 2</a:t>
            </a:r>
            <a:endParaRPr lang="en-US" sz="90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Autopilot target release with version 12.1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CEED1CB0-0C84-9D18-DDCD-2C97F26215E8}"/>
              </a:ext>
            </a:extLst>
          </p:cNvPr>
          <p:cNvSpPr/>
          <p:nvPr/>
        </p:nvSpPr>
        <p:spPr>
          <a:xfrm>
            <a:off x="7585278" y="5398484"/>
            <a:ext cx="1146509" cy="506011"/>
          </a:xfrm>
          <a:prstGeom prst="roundRect">
            <a:avLst>
              <a:gd name="adj" fmla="val 9409"/>
            </a:avLst>
          </a:prstGeom>
          <a:solidFill>
            <a:schemeClr val="tx2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Ready to Sell Phase 1 / GA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38A4FA9-18A2-A1A6-B7AE-B67520BBD567}"/>
              </a:ext>
            </a:extLst>
          </p:cNvPr>
          <p:cNvGrpSpPr/>
          <p:nvPr/>
        </p:nvGrpSpPr>
        <p:grpSpPr>
          <a:xfrm>
            <a:off x="6005639" y="3072988"/>
            <a:ext cx="877385" cy="594516"/>
            <a:chOff x="5909347" y="3031136"/>
            <a:chExt cx="877385" cy="594516"/>
          </a:xfrm>
        </p:grpSpPr>
        <p:sp>
          <p:nvSpPr>
            <p:cNvPr id="117" name="Arrow: Down 84">
              <a:extLst>
                <a:ext uri="{FF2B5EF4-FFF2-40B4-BE49-F238E27FC236}">
                  <a16:creationId xmlns:a16="http://schemas.microsoft.com/office/drawing/2014/main" id="{CE3D0CAC-7D7F-051F-6D99-269133A4A80C}"/>
                </a:ext>
              </a:extLst>
            </p:cNvPr>
            <p:cNvSpPr/>
            <p:nvPr/>
          </p:nvSpPr>
          <p:spPr>
            <a:xfrm>
              <a:off x="6215875" y="3229120"/>
              <a:ext cx="264329" cy="396532"/>
            </a:xfrm>
            <a:prstGeom prst="down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7DBD015-6EAA-30ED-F9D5-4DD1375BB742}"/>
                </a:ext>
              </a:extLst>
            </p:cNvPr>
            <p:cNvSpPr txBox="1"/>
            <p:nvPr/>
          </p:nvSpPr>
          <p:spPr>
            <a:xfrm>
              <a:off x="5909347" y="3031136"/>
              <a:ext cx="877385" cy="2154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800"/>
                <a:t>We are here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52DC894-60E7-827D-D9EB-D78F9F5159E0}"/>
              </a:ext>
            </a:extLst>
          </p:cNvPr>
          <p:cNvGrpSpPr/>
          <p:nvPr/>
        </p:nvGrpSpPr>
        <p:grpSpPr>
          <a:xfrm>
            <a:off x="621586" y="5662089"/>
            <a:ext cx="2081997" cy="546303"/>
            <a:chOff x="551234" y="5338134"/>
            <a:chExt cx="2081997" cy="546303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4B73D73-D752-019E-B83D-4023257089D5}"/>
                </a:ext>
              </a:extLst>
            </p:cNvPr>
            <p:cNvSpPr txBox="1"/>
            <p:nvPr/>
          </p:nvSpPr>
          <p:spPr>
            <a:xfrm>
              <a:off x="757159" y="5338134"/>
              <a:ext cx="1876072" cy="5463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850"/>
                <a:t>Contract payment milestones</a:t>
              </a:r>
            </a:p>
            <a:p>
              <a:pPr>
                <a:spcAft>
                  <a:spcPts val="600"/>
                </a:spcAft>
              </a:pPr>
              <a:r>
                <a:rPr lang="en-US" sz="850"/>
                <a:t>Dev milestones</a:t>
              </a:r>
            </a:p>
            <a:p>
              <a:pPr>
                <a:spcAft>
                  <a:spcPts val="600"/>
                </a:spcAft>
              </a:pPr>
              <a:r>
                <a:rPr lang="en-US" sz="850"/>
                <a:t>Sales and Delivery milestones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AF94BF5F-3152-F7B4-4999-6586DD4A3DD2}"/>
                </a:ext>
              </a:extLst>
            </p:cNvPr>
            <p:cNvSpPr/>
            <p:nvPr/>
          </p:nvSpPr>
          <p:spPr>
            <a:xfrm>
              <a:off x="551234" y="5540147"/>
              <a:ext cx="127175" cy="12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4350C1E9-DC73-F8C9-4E21-91E6653D1CC6}"/>
                </a:ext>
              </a:extLst>
            </p:cNvPr>
            <p:cNvSpPr/>
            <p:nvPr/>
          </p:nvSpPr>
          <p:spPr>
            <a:xfrm>
              <a:off x="551234" y="5338853"/>
              <a:ext cx="127175" cy="1271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D7AA84F-5A86-B245-B110-4890B22D91A4}"/>
                </a:ext>
              </a:extLst>
            </p:cNvPr>
            <p:cNvSpPr/>
            <p:nvPr/>
          </p:nvSpPr>
          <p:spPr>
            <a:xfrm>
              <a:off x="551234" y="5741441"/>
              <a:ext cx="127175" cy="1271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11473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665A15-8F37-B9C8-65D9-C6D2FF07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22C173-C377-D312-8010-99BC1AFAB228}"/>
              </a:ext>
            </a:extLst>
          </p:cNvPr>
          <p:cNvSpPr/>
          <p:nvPr/>
        </p:nvSpPr>
        <p:spPr>
          <a:xfrm>
            <a:off x="10285487" y="662738"/>
            <a:ext cx="1439033" cy="404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C0F45E8-EF65-397D-17EB-254E92D02F8A}"/>
              </a:ext>
            </a:extLst>
          </p:cNvPr>
          <p:cNvSpPr txBox="1"/>
          <p:nvPr/>
        </p:nvSpPr>
        <p:spPr>
          <a:xfrm>
            <a:off x="10947318" y="814211"/>
            <a:ext cx="66204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80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On The Truck</a:t>
            </a:r>
          </a:p>
        </p:txBody>
      </p:sp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D927AFF5-A3AA-817A-0765-59A1804E5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87288"/>
              </p:ext>
            </p:extLst>
          </p:nvPr>
        </p:nvGraphicFramePr>
        <p:xfrm>
          <a:off x="914400" y="1173422"/>
          <a:ext cx="10778400" cy="50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400">
                  <a:extLst>
                    <a:ext uri="{9D8B030D-6E8A-4147-A177-3AD203B41FA5}">
                      <a16:colId xmlns:a16="http://schemas.microsoft.com/office/drawing/2014/main" val="1453982253"/>
                    </a:ext>
                  </a:extLst>
                </a:gridCol>
                <a:gridCol w="1796400">
                  <a:extLst>
                    <a:ext uri="{9D8B030D-6E8A-4147-A177-3AD203B41FA5}">
                      <a16:colId xmlns:a16="http://schemas.microsoft.com/office/drawing/2014/main" val="2540171972"/>
                    </a:ext>
                  </a:extLst>
                </a:gridCol>
                <a:gridCol w="1796400">
                  <a:extLst>
                    <a:ext uri="{9D8B030D-6E8A-4147-A177-3AD203B41FA5}">
                      <a16:colId xmlns:a16="http://schemas.microsoft.com/office/drawing/2014/main" val="3006892457"/>
                    </a:ext>
                  </a:extLst>
                </a:gridCol>
                <a:gridCol w="1796400">
                  <a:extLst>
                    <a:ext uri="{9D8B030D-6E8A-4147-A177-3AD203B41FA5}">
                      <a16:colId xmlns:a16="http://schemas.microsoft.com/office/drawing/2014/main" val="3443087279"/>
                    </a:ext>
                  </a:extLst>
                </a:gridCol>
                <a:gridCol w="1796400">
                  <a:extLst>
                    <a:ext uri="{9D8B030D-6E8A-4147-A177-3AD203B41FA5}">
                      <a16:colId xmlns:a16="http://schemas.microsoft.com/office/drawing/2014/main" val="217408001"/>
                    </a:ext>
                  </a:extLst>
                </a:gridCol>
                <a:gridCol w="1796400">
                  <a:extLst>
                    <a:ext uri="{9D8B030D-6E8A-4147-A177-3AD203B41FA5}">
                      <a16:colId xmlns:a16="http://schemas.microsoft.com/office/drawing/2014/main" val="45812487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100"/>
                        <a:t>Q1 2025 (Jan)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Q2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Q3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Q4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1H 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2H 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834419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68188"/>
                  </a:ext>
                </a:extLst>
              </a:tr>
              <a:tr h="219600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97536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240060"/>
                  </a:ext>
                </a:extLst>
              </a:tr>
            </a:tbl>
          </a:graphicData>
        </a:graphic>
      </p:graphicFrame>
      <p:sp>
        <p:nvSpPr>
          <p:cNvPr id="126" name="Rectangle 125">
            <a:extLst>
              <a:ext uri="{FF2B5EF4-FFF2-40B4-BE49-F238E27FC236}">
                <a16:creationId xmlns:a16="http://schemas.microsoft.com/office/drawing/2014/main" id="{E4758855-1AA6-13A5-13C3-180ECDE72DF4}"/>
              </a:ext>
            </a:extLst>
          </p:cNvPr>
          <p:cNvSpPr/>
          <p:nvPr/>
        </p:nvSpPr>
        <p:spPr>
          <a:xfrm>
            <a:off x="454565" y="2839995"/>
            <a:ext cx="400246" cy="2155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Touch-Free </a:t>
            </a: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Maintenance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72A3D63-9049-DFE5-A76C-6B2B9AA65590}"/>
              </a:ext>
            </a:extLst>
          </p:cNvPr>
          <p:cNvSpPr/>
          <p:nvPr/>
        </p:nvSpPr>
        <p:spPr>
          <a:xfrm>
            <a:off x="454565" y="1471570"/>
            <a:ext cx="400246" cy="13303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One-Click </a:t>
            </a: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Interoperability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AD21AAE-24F0-D013-C96C-E0392FDE45D5}"/>
              </a:ext>
            </a:extLst>
          </p:cNvPr>
          <p:cNvSpPr/>
          <p:nvPr/>
        </p:nvSpPr>
        <p:spPr>
          <a:xfrm>
            <a:off x="454565" y="5024394"/>
            <a:ext cx="400246" cy="11572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Bar-Raising </a:t>
            </a: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Quality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35A1607-8BFD-2F73-D79B-7A548AFD4075}"/>
              </a:ext>
            </a:extLst>
          </p:cNvPr>
          <p:cNvSpPr/>
          <p:nvPr/>
        </p:nvSpPr>
        <p:spPr>
          <a:xfrm>
            <a:off x="6354414" y="2381999"/>
            <a:ext cx="4204724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chemeClr val="bg1"/>
                </a:solidFill>
              </a:rPr>
              <a:t>New Referential Offering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0C5E74C-5B19-926F-3B76-F02017683040}"/>
              </a:ext>
            </a:extLst>
          </p:cNvPr>
          <p:cNvSpPr/>
          <p:nvPr/>
        </p:nvSpPr>
        <p:spPr>
          <a:xfrm>
            <a:off x="905600" y="1629425"/>
            <a:ext cx="1756320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System Level </a:t>
            </a:r>
            <a:br>
              <a:rPr lang="en-US" sz="1000">
                <a:solidFill>
                  <a:sysClr val="windowText" lastClr="000000"/>
                </a:solidFill>
              </a:rPr>
            </a:br>
            <a:r>
              <a:rPr lang="en-US" sz="1000">
                <a:solidFill>
                  <a:sysClr val="windowText" lastClr="000000"/>
                </a:solidFill>
              </a:rPr>
              <a:t>Permissions </a:t>
            </a:r>
            <a:endParaRPr lang="en-US" sz="120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9189989-DAEB-A419-1C26-E20667BE16EF}"/>
              </a:ext>
            </a:extLst>
          </p:cNvPr>
          <p:cNvSpPr/>
          <p:nvPr/>
        </p:nvSpPr>
        <p:spPr>
          <a:xfrm>
            <a:off x="2773680" y="2001106"/>
            <a:ext cx="6985220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  <a:cs typeface="Poppins Light"/>
              </a:rPr>
              <a:t>Rebuild Transaction History and Notifications to Increase Stability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F000245-4F91-1351-09EC-A2A0140B3EAE}"/>
              </a:ext>
            </a:extLst>
          </p:cNvPr>
          <p:cNvSpPr/>
          <p:nvPr/>
        </p:nvSpPr>
        <p:spPr>
          <a:xfrm>
            <a:off x="905600" y="2934839"/>
            <a:ext cx="7089438" cy="32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Containerization to Support Upgradeability</a:t>
            </a:r>
            <a:endParaRPr lang="en-US" sz="120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9C499F6-840B-157D-8549-1A73690A5D8A}"/>
              </a:ext>
            </a:extLst>
          </p:cNvPr>
          <p:cNvSpPr/>
          <p:nvPr/>
        </p:nvSpPr>
        <p:spPr>
          <a:xfrm>
            <a:off x="905600" y="3320191"/>
            <a:ext cx="533645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chemeClr val="bg1"/>
                </a:solidFill>
              </a:rPr>
              <a:t>Upgradeability Improvements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C422D99-9F13-191C-9796-A9ABA540C746}"/>
              </a:ext>
            </a:extLst>
          </p:cNvPr>
          <p:cNvSpPr/>
          <p:nvPr/>
        </p:nvSpPr>
        <p:spPr>
          <a:xfrm>
            <a:off x="6369499" y="3320191"/>
            <a:ext cx="5281395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Upgradeability Improvements</a:t>
            </a:r>
            <a:endParaRPr lang="en-US" sz="1200">
              <a:solidFill>
                <a:sysClr val="windowText" lastClr="000000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378A20C-9EC6-0050-4669-92CA7F1ADD2A}"/>
              </a:ext>
            </a:extLst>
          </p:cNvPr>
          <p:cNvSpPr/>
          <p:nvPr/>
        </p:nvSpPr>
        <p:spPr>
          <a:xfrm>
            <a:off x="2773680" y="3707182"/>
            <a:ext cx="1686560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Optimize Initial Data Load Performance</a:t>
            </a:r>
            <a:endParaRPr lang="en-US" sz="1200">
              <a:solidFill>
                <a:sysClr val="windowText" lastClr="000000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94AA23E-CB29-E8CB-2D66-1F0D168401D3}"/>
              </a:ext>
            </a:extLst>
          </p:cNvPr>
          <p:cNvSpPr/>
          <p:nvPr/>
        </p:nvSpPr>
        <p:spPr>
          <a:xfrm>
            <a:off x="905600" y="3697021"/>
            <a:ext cx="1766480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Configurable UI for Upgradeability</a:t>
            </a:r>
            <a:endParaRPr lang="en-US" sz="1000">
              <a:solidFill>
                <a:sysClr val="windowText" lastClr="000000"/>
              </a:solidFill>
              <a:cs typeface="Poppins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029C921-8C75-49E0-7727-4BAB5DB67725}"/>
              </a:ext>
            </a:extLst>
          </p:cNvPr>
          <p:cNvSpPr/>
          <p:nvPr/>
        </p:nvSpPr>
        <p:spPr>
          <a:xfrm>
            <a:off x="2773680" y="4171324"/>
            <a:ext cx="8878974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UI Modernization – React Uplift</a:t>
            </a:r>
            <a:endParaRPr lang="en-US" sz="1200">
              <a:solidFill>
                <a:sysClr val="windowText" lastClr="000000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9CFB66F-46C9-1F87-3FE0-002F539E6563}"/>
              </a:ext>
            </a:extLst>
          </p:cNvPr>
          <p:cNvSpPr/>
          <p:nvPr/>
        </p:nvSpPr>
        <p:spPr>
          <a:xfrm>
            <a:off x="905601" y="4579452"/>
            <a:ext cx="3544480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Automation of Patches to Support </a:t>
            </a:r>
            <a:br>
              <a:rPr lang="en-US" sz="1000">
                <a:solidFill>
                  <a:sysClr val="windowText" lastClr="000000"/>
                </a:solidFill>
              </a:rPr>
            </a:br>
            <a:r>
              <a:rPr lang="en-US" sz="1000">
                <a:solidFill>
                  <a:sysClr val="windowText" lastClr="000000"/>
                </a:solidFill>
              </a:rPr>
              <a:t>Cloud Operations</a:t>
            </a:r>
            <a:endParaRPr lang="en-US" sz="1200">
              <a:solidFill>
                <a:sysClr val="windowText" lastClr="000000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7EA0049-4DF1-6D8D-0200-C0881C773E20}"/>
              </a:ext>
            </a:extLst>
          </p:cNvPr>
          <p:cNvSpPr/>
          <p:nvPr/>
        </p:nvSpPr>
        <p:spPr>
          <a:xfrm>
            <a:off x="4573919" y="4579452"/>
            <a:ext cx="3472801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Optimized Test Automation Framework </a:t>
            </a:r>
            <a:endParaRPr lang="en-US" sz="1200">
              <a:solidFill>
                <a:sysClr val="windowText" lastClr="000000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54F2B20-B4B1-2A9D-C530-0E41359463E9}"/>
              </a:ext>
            </a:extLst>
          </p:cNvPr>
          <p:cNvSpPr/>
          <p:nvPr/>
        </p:nvSpPr>
        <p:spPr>
          <a:xfrm>
            <a:off x="8158492" y="4579452"/>
            <a:ext cx="3495028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ysClr val="windowText" lastClr="000000"/>
                </a:solidFill>
              </a:rPr>
              <a:t>Stability and Performance Improvements</a:t>
            </a:r>
            <a:endParaRPr lang="en-US" sz="1200">
              <a:solidFill>
                <a:sysClr val="windowText" lastClr="000000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AF570B6-6680-E8EA-0E0D-33BA7B6FC88C}"/>
              </a:ext>
            </a:extLst>
          </p:cNvPr>
          <p:cNvSpPr/>
          <p:nvPr/>
        </p:nvSpPr>
        <p:spPr>
          <a:xfrm>
            <a:off x="1534160" y="5152583"/>
            <a:ext cx="6448965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solidFill>
                  <a:schemeClr val="bg1"/>
                </a:solidFill>
              </a:rPr>
              <a:t>Autopilot Automation and Iterative Improvements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E2E2210-FF3D-8787-5719-1433920D07B5}"/>
              </a:ext>
            </a:extLst>
          </p:cNvPr>
          <p:cNvSpPr/>
          <p:nvPr/>
        </p:nvSpPr>
        <p:spPr>
          <a:xfrm>
            <a:off x="905600" y="5541020"/>
            <a:ext cx="5352960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solidFill>
                  <a:sysClr val="windowText" lastClr="000000"/>
                </a:solidFill>
              </a:rPr>
              <a:t>Default Match Configuration Improvements</a:t>
            </a:r>
            <a:endParaRPr lang="en-US" sz="1000">
              <a:solidFill>
                <a:sysClr val="windowText" lastClr="000000"/>
              </a:solidFill>
              <a:cs typeface="Poppins Light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ADD7004-4BCF-EFA1-A657-A7BB6B5D0C58}"/>
              </a:ext>
            </a:extLst>
          </p:cNvPr>
          <p:cNvSpPr/>
          <p:nvPr/>
        </p:nvSpPr>
        <p:spPr>
          <a:xfrm>
            <a:off x="6353671" y="5541019"/>
            <a:ext cx="5293476" cy="3240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solidFill>
                  <a:sysClr val="windowText" lastClr="000000"/>
                </a:solidFill>
              </a:rPr>
              <a:t>Default Match Configuration Improvements</a:t>
            </a:r>
            <a:endParaRPr lang="en-US" sz="1000">
              <a:solidFill>
                <a:sysClr val="windowText" lastClr="000000"/>
              </a:solidFill>
              <a:cs typeface="Poppins Light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63EAE75-47A4-28F4-D982-9880CF08F633}"/>
              </a:ext>
            </a:extLst>
          </p:cNvPr>
          <p:cNvSpPr txBox="1"/>
          <p:nvPr/>
        </p:nvSpPr>
        <p:spPr>
          <a:xfrm>
            <a:off x="4767531" y="5871014"/>
            <a:ext cx="1261379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50">
                <a:solidFill>
                  <a:schemeClr val="accent1"/>
                </a:solidFill>
              </a:rPr>
              <a:t>Release of v12.2</a:t>
            </a:r>
          </a:p>
        </p:txBody>
      </p:sp>
      <p:pic>
        <p:nvPicPr>
          <p:cNvPr id="145" name="Picture 144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716BEDA3-4E08-58B6-3FAA-AEBEB21FC0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9940" y="2410566"/>
            <a:ext cx="476250" cy="285750"/>
          </a:xfrm>
          <a:prstGeom prst="rect">
            <a:avLst/>
          </a:prstGeom>
        </p:spPr>
      </p:pic>
      <p:pic>
        <p:nvPicPr>
          <p:cNvPr id="146" name="Picture 145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896E5E1B-DC69-C1E2-770C-1EB61AEC28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7604" y="721244"/>
            <a:ext cx="476250" cy="285750"/>
          </a:xfrm>
          <a:prstGeom prst="rect">
            <a:avLst/>
          </a:prstGeom>
        </p:spPr>
      </p:pic>
      <p:pic>
        <p:nvPicPr>
          <p:cNvPr id="147" name="Picture 146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2652E55E-AAC5-BAE3-3170-247CE38879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248" y="5150779"/>
            <a:ext cx="4762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129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D1EC34-C006-BA3B-A479-3B26E9A3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095595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03D906-972F-B0BD-2507-21003D9D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ED743A4-0D15-36E7-E304-0A768C8115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049574"/>
              </p:ext>
            </p:extLst>
          </p:nvPr>
        </p:nvGraphicFramePr>
        <p:xfrm>
          <a:off x="484740" y="1359019"/>
          <a:ext cx="11160000" cy="437502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8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6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612"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2000" b="0">
                          <a:solidFill>
                            <a:schemeClr val="bg2"/>
                          </a:solidFill>
                          <a:latin typeface="+mj-lt"/>
                        </a:rPr>
                        <a:t>Priority</a:t>
                      </a:r>
                      <a:endParaRPr lang="en-US" sz="2000" b="0" i="0">
                        <a:solidFill>
                          <a:schemeClr val="bg2"/>
                        </a:solidFill>
                        <a:latin typeface="+mj-lt"/>
                        <a:cs typeface="Poppins" pitchFamily="2" charset="77"/>
                      </a:endParaRPr>
                    </a:p>
                  </a:txBody>
                  <a:tcPr marL="72000" marR="144000" marT="0" marB="36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2000" b="0">
                          <a:solidFill>
                            <a:schemeClr val="bg2"/>
                          </a:solidFill>
                          <a:latin typeface="+mj-lt"/>
                        </a:rPr>
                        <a:t>Description</a:t>
                      </a:r>
                      <a:endParaRPr lang="en-US" sz="2000" b="0" i="0">
                        <a:solidFill>
                          <a:schemeClr val="bg2"/>
                        </a:solidFill>
                        <a:latin typeface="+mj-lt"/>
                        <a:cs typeface="Poppins" pitchFamily="2" charset="77"/>
                      </a:endParaRPr>
                    </a:p>
                  </a:txBody>
                  <a:tcPr marL="0" marR="360000" marT="0" marB="36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2000" b="0">
                          <a:solidFill>
                            <a:schemeClr val="bg2"/>
                          </a:solidFill>
                          <a:latin typeface="+mj-lt"/>
                        </a:rPr>
                        <a:t>Example</a:t>
                      </a:r>
                      <a:endParaRPr lang="en-US" sz="2000" b="0" i="0">
                        <a:solidFill>
                          <a:schemeClr val="bg2"/>
                        </a:solidFill>
                        <a:latin typeface="+mj-lt"/>
                        <a:cs typeface="Poppins" pitchFamily="2" charset="77"/>
                      </a:endParaRPr>
                    </a:p>
                  </a:txBody>
                  <a:tcPr marL="0" marR="144000" marT="0" marB="36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066"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1600" b="0"/>
                        <a:t>Priority 1</a:t>
                      </a:r>
                      <a:endParaRPr lang="en-US" sz="1600" b="0" i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72000" marR="144000" marT="108000" marB="144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1400" b="0"/>
                        <a:t>Lorem ipsum odor </a:t>
                      </a:r>
                      <a:r>
                        <a:rPr lang="en-US" sz="1400" b="0" err="1"/>
                        <a:t>amet</a:t>
                      </a:r>
                      <a:r>
                        <a:rPr lang="en-US" sz="1400" b="0"/>
                        <a:t>, </a:t>
                      </a:r>
                      <a:r>
                        <a:rPr lang="en-US" sz="1400" b="0" err="1"/>
                        <a:t>consectetuer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adipiscing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elit</a:t>
                      </a:r>
                      <a:r>
                        <a:rPr lang="en-US" sz="1400" b="0"/>
                        <a:t>. Urna </a:t>
                      </a:r>
                      <a:r>
                        <a:rPr lang="en-US" sz="1400" b="0" err="1"/>
                        <a:t>justo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aenean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aliquet</a:t>
                      </a:r>
                      <a:r>
                        <a:rPr lang="en-US" sz="1400" b="0"/>
                        <a:t> in </a:t>
                      </a:r>
                      <a:r>
                        <a:rPr lang="en-US" sz="1400" b="0" err="1"/>
                        <a:t>eleifend</a:t>
                      </a:r>
                      <a:r>
                        <a:rPr lang="en-US" sz="1400" b="0"/>
                        <a:t>.</a:t>
                      </a:r>
                      <a:endParaRPr lang="en-US" sz="14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360000" marT="108000" marB="144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3716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>
                          <a:solidFill>
                            <a:schemeClr val="accent1"/>
                          </a:solidFill>
                        </a:rPr>
                        <a:t>•	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Lorem ipsum odor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consectetuer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4318"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1600" b="0"/>
                        <a:t>Priority 2</a:t>
                      </a:r>
                      <a:endParaRPr lang="en-US" sz="1600" b="0" i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72000" marR="144000" marT="108000" marB="144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1400" b="0"/>
                        <a:t>Lorem ipsum odor </a:t>
                      </a:r>
                      <a:r>
                        <a:rPr lang="en-US" sz="1400" b="0" err="1"/>
                        <a:t>amet</a:t>
                      </a:r>
                      <a:r>
                        <a:rPr lang="en-US" sz="1400" b="0"/>
                        <a:t>, </a:t>
                      </a:r>
                      <a:r>
                        <a:rPr lang="en-US" sz="1400" b="0" err="1"/>
                        <a:t>consectetuer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adipiscing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elit</a:t>
                      </a:r>
                      <a:r>
                        <a:rPr lang="en-US" sz="1400" b="0"/>
                        <a:t>. </a:t>
                      </a:r>
                      <a:r>
                        <a:rPr lang="en-US" sz="1400" b="0" err="1"/>
                        <a:t>Urna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justo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aenean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aliquet</a:t>
                      </a:r>
                      <a:r>
                        <a:rPr lang="en-US" sz="1400" b="0"/>
                        <a:t> in </a:t>
                      </a:r>
                      <a:r>
                        <a:rPr lang="en-US" sz="1400" b="0" err="1"/>
                        <a:t>eleifend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venenatis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dapibus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montes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natoque</a:t>
                      </a:r>
                      <a:r>
                        <a:rPr lang="en-US" sz="1400" b="0"/>
                        <a:t>. </a:t>
                      </a:r>
                      <a:r>
                        <a:rPr lang="en-US" sz="1400" b="0" err="1"/>
                        <a:t>Rutrum</a:t>
                      </a:r>
                      <a:r>
                        <a:rPr lang="en-US" sz="1400" b="0"/>
                        <a:t> vestibulum </a:t>
                      </a:r>
                      <a:r>
                        <a:rPr lang="en-US" sz="1400" b="0" err="1"/>
                        <a:t>facilisi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leo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facilisis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iaculis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nulla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tincidunt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habitasse</a:t>
                      </a:r>
                      <a:r>
                        <a:rPr lang="en-US" sz="1400" b="0"/>
                        <a:t>. </a:t>
                      </a:r>
                      <a:r>
                        <a:rPr lang="en-US" sz="1400" b="0" err="1"/>
                        <a:t>Interdum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tellus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penatibus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sem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nunc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litora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adipiscing</a:t>
                      </a:r>
                      <a:r>
                        <a:rPr lang="en-US" sz="1400" b="0"/>
                        <a:t>. </a:t>
                      </a:r>
                      <a:endParaRPr lang="en-US" sz="14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360000" marT="108000" marB="144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3716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>
                          <a:solidFill>
                            <a:schemeClr val="accent1"/>
                          </a:solidFill>
                        </a:rPr>
                        <a:t>•	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Lorem ipsum odor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consectetuer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sz="1400" b="0">
                        <a:solidFill>
                          <a:schemeClr val="accent1"/>
                        </a:solidFill>
                      </a:endParaRPr>
                    </a:p>
                    <a:p>
                      <a:pPr marL="13716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>
                          <a:solidFill>
                            <a:schemeClr val="accent1"/>
                          </a:solidFill>
                        </a:rPr>
                        <a:t>•	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Lorem ipsum odor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consectetuer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sz="1400" b="0" i="0">
                        <a:solidFill>
                          <a:schemeClr val="accent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066"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1600" b="0"/>
                        <a:t>Priority 3</a:t>
                      </a:r>
                      <a:endParaRPr lang="en-US" sz="1600" b="0" i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72000" marR="144000" marT="108000" marB="144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1400" b="0"/>
                        <a:t>Lorem ipsum odor </a:t>
                      </a:r>
                      <a:r>
                        <a:rPr lang="en-US" sz="1400" b="0" err="1"/>
                        <a:t>amet</a:t>
                      </a:r>
                      <a:r>
                        <a:rPr lang="en-US" sz="1400" b="0"/>
                        <a:t>, </a:t>
                      </a:r>
                      <a:r>
                        <a:rPr lang="en-US" sz="1400" b="0" err="1"/>
                        <a:t>consectetuer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adipiscing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elit</a:t>
                      </a:r>
                      <a:r>
                        <a:rPr lang="en-US" sz="1400" b="0"/>
                        <a:t>. Urna </a:t>
                      </a:r>
                      <a:r>
                        <a:rPr lang="en-US" sz="1400" b="0" err="1"/>
                        <a:t>justo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aenean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aliquet</a:t>
                      </a:r>
                      <a:r>
                        <a:rPr lang="en-US" sz="1400" b="0"/>
                        <a:t> in </a:t>
                      </a:r>
                      <a:r>
                        <a:rPr lang="en-US" sz="1400" b="0" err="1"/>
                        <a:t>eleifend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venenatis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dapibus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montes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natoque</a:t>
                      </a:r>
                      <a:r>
                        <a:rPr lang="en-US" sz="1400" b="0"/>
                        <a:t>. </a:t>
                      </a:r>
                      <a:endParaRPr lang="en-US" sz="1200" b="0" i="0">
                        <a:solidFill>
                          <a:schemeClr val="accent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360000" marT="108000" marB="144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3716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>
                          <a:solidFill>
                            <a:schemeClr val="accent1"/>
                          </a:solidFill>
                        </a:rPr>
                        <a:t>•	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Lorem ipsum odor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consectetuer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3716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>
                          <a:solidFill>
                            <a:schemeClr val="accent1"/>
                          </a:solidFill>
                        </a:rPr>
                        <a:t>•	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Lorem ipsum odor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consectetuer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259"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1600" b="0"/>
                        <a:t>Priority 4</a:t>
                      </a:r>
                      <a:endParaRPr lang="en-US" sz="1600" b="0" i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72000" marR="144000" marT="108000" marB="144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37160">
                        <a:spcAft>
                          <a:spcPts val="600"/>
                        </a:spcAft>
                      </a:pPr>
                      <a:r>
                        <a:rPr lang="en-US" sz="1400" b="0"/>
                        <a:t>Lorem ipsum odor </a:t>
                      </a:r>
                      <a:r>
                        <a:rPr lang="en-US" sz="1400" b="0" err="1"/>
                        <a:t>amet</a:t>
                      </a:r>
                      <a:r>
                        <a:rPr lang="en-US" sz="1400" b="0"/>
                        <a:t>, </a:t>
                      </a:r>
                      <a:r>
                        <a:rPr lang="en-US" sz="1400" b="0" err="1"/>
                        <a:t>consectetuer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adipiscing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elit</a:t>
                      </a:r>
                      <a:r>
                        <a:rPr lang="en-US" sz="1400" b="0"/>
                        <a:t>. Urna </a:t>
                      </a:r>
                      <a:r>
                        <a:rPr lang="en-US" sz="1400" b="0" err="1"/>
                        <a:t>justo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aenean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aliquet</a:t>
                      </a:r>
                      <a:r>
                        <a:rPr lang="en-US" sz="1400" b="0"/>
                        <a:t> in </a:t>
                      </a:r>
                      <a:r>
                        <a:rPr lang="en-US" sz="1400" b="0" err="1"/>
                        <a:t>eleifend</a:t>
                      </a:r>
                      <a:r>
                        <a:rPr lang="en-US" sz="1400" b="0"/>
                        <a:t> </a:t>
                      </a:r>
                      <a:r>
                        <a:rPr lang="en-US" sz="1400" b="0" err="1"/>
                        <a:t>venenatis</a:t>
                      </a:r>
                      <a:r>
                        <a:rPr lang="en-US" sz="1400" b="0"/>
                        <a:t>.</a:t>
                      </a:r>
                      <a:endParaRPr lang="en-US" sz="14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360000" marT="108000" marB="144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3716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>
                          <a:solidFill>
                            <a:schemeClr val="accent1"/>
                          </a:solidFill>
                        </a:rPr>
                        <a:t>•	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Lorem ipsum odor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consectetuer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sz="1400" b="0">
                        <a:solidFill>
                          <a:schemeClr val="accent1"/>
                        </a:solidFill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8459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3583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FFDFF1-EA0B-A74E-7F9D-D6673B2D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C822D3A-D1A1-454E-E91D-E073FE0922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9766030"/>
              </p:ext>
            </p:extLst>
          </p:nvPr>
        </p:nvGraphicFramePr>
        <p:xfrm>
          <a:off x="484740" y="1359018"/>
          <a:ext cx="11160000" cy="458877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382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597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Poppins"/>
                          <a:ea typeface="Tahoma"/>
                          <a:cs typeface="Poppins"/>
                        </a:rPr>
                        <a:t>Now 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Poppins"/>
                          <a:ea typeface="Tahoma"/>
                          <a:cs typeface="Poppins"/>
                        </a:rPr>
                        <a:t>(Oct ‘23 – Mar ‘24)</a:t>
                      </a:r>
                    </a:p>
                  </a:txBody>
                  <a:tcPr marL="78226" marR="78226" marT="39113" marB="3911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Poppins"/>
                          <a:ea typeface="Tahoma"/>
                          <a:cs typeface="Poppins"/>
                        </a:rPr>
                        <a:t>Next</a:t>
                      </a:r>
                      <a:endParaRPr lang="en-US" sz="1600">
                        <a:solidFill>
                          <a:schemeClr val="bg1"/>
                        </a:solidFill>
                        <a:latin typeface="Poppins"/>
                        <a:ea typeface="Tahoma"/>
                        <a:cs typeface="Poppins"/>
                      </a:endParaRPr>
                    </a:p>
                  </a:txBody>
                  <a:tcPr marL="78226" marR="78226" marT="39113" marB="39113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Poppins"/>
                          <a:ea typeface="Tahoma"/>
                          <a:cs typeface="Poppins"/>
                        </a:rPr>
                        <a:t>Later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Poppins"/>
                          <a:ea typeface="Tahoma"/>
                          <a:cs typeface="Poppins"/>
                        </a:rPr>
                        <a:t> 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Poppins Light" panose="00000400000000000000" pitchFamily="2" charset="0"/>
                        </a:rPr>
                        <a:t>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8226" marR="78226" marT="39113" marB="3911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2801">
                <a:tc>
                  <a:txBody>
                    <a:bodyPr/>
                    <a:lstStyle/>
                    <a:p>
                      <a:pPr marL="230400" indent="-230400" algn="l" fontAlgn="base">
                        <a:lnSpc>
                          <a:spcPct val="100000"/>
                        </a:lnSpc>
                        <a:spcAft>
                          <a:spcPts val="2000"/>
                        </a:spcAft>
                        <a:buClr>
                          <a:schemeClr val="accent1"/>
                        </a:buClr>
                        <a:buFont typeface="System Font Regular"/>
                        <a:buChar char="●"/>
                      </a:pPr>
                      <a: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(7.2) Code more easily with </a:t>
                      </a:r>
                      <a:r>
                        <a:rPr lang="en-NZ" sz="1400" b="1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intelligent code completion</a:t>
                      </a:r>
                      <a: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b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</a:br>
                      <a: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for </a:t>
                      </a:r>
                      <a:r>
                        <a:rPr lang="en-NZ" sz="1400" i="1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JavaScript (v.2) filter</a:t>
                      </a:r>
                      <a:endParaRPr lang="en-NZ" sz="1400" kern="1200">
                        <a:solidFill>
                          <a:srgbClr val="7E858C"/>
                        </a:solidFill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  <a:p>
                      <a:pPr marL="230400" indent="-230400" algn="l" fontAlgn="base">
                        <a:lnSpc>
                          <a:spcPct val="100000"/>
                        </a:lnSpc>
                        <a:spcAft>
                          <a:spcPts val="2000"/>
                        </a:spcAft>
                        <a:buClr>
                          <a:schemeClr val="accent1"/>
                        </a:buClr>
                        <a:buFont typeface="System Font Regular"/>
                        <a:buChar char="●"/>
                      </a:pPr>
                      <a: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Code more easily with </a:t>
                      </a:r>
                      <a:r>
                        <a:rPr lang="en-NZ" sz="1400" b="1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intelligent code completion </a:t>
                      </a:r>
                      <a: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for </a:t>
                      </a:r>
                      <a:r>
                        <a:rPr lang="en-NZ" sz="1400" b="0" i="1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Shared JavaScript Library</a:t>
                      </a:r>
                      <a:endParaRPr lang="en-US" sz="1400" b="0" i="1">
                        <a:solidFill>
                          <a:srgbClr val="7E858C"/>
                        </a:solidFill>
                        <a:effectLst/>
                      </a:endParaRPr>
                    </a:p>
                  </a:txBody>
                  <a:tcPr marL="180000" marR="180000" marT="18000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30400" marR="0" lvl="0" indent="-230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Clr>
                          <a:schemeClr val="accent1"/>
                        </a:buClr>
                        <a:buSzPct val="100000"/>
                        <a:buFont typeface="System Font Regular"/>
                        <a:buChar char="●"/>
                        <a:tabLst/>
                        <a:defRPr/>
                      </a:pPr>
                      <a: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Code more easily with </a:t>
                      </a:r>
                      <a:r>
                        <a:rPr lang="en-NZ" sz="1400" b="1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intelligent code completion</a:t>
                      </a:r>
                      <a: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b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</a:br>
                      <a:r>
                        <a:rPr lang="en-NZ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for </a:t>
                      </a:r>
                      <a:r>
                        <a:rPr lang="en-NZ" sz="1400" b="0" i="1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remaining JavaScript components</a:t>
                      </a:r>
                      <a:endParaRPr lang="en-US" sz="1400" kern="1200">
                        <a:solidFill>
                          <a:srgbClr val="7E858C"/>
                        </a:solidFill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  <a:p>
                      <a:pPr marL="230400" marR="0" lvl="0" indent="-230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Clr>
                          <a:schemeClr val="accent1"/>
                        </a:buClr>
                        <a:buSzPct val="100000"/>
                        <a:buFont typeface="System Font Regular"/>
                        <a:buChar char="●"/>
                        <a:tabLst/>
                        <a:defRPr/>
                      </a:pPr>
                      <a:r>
                        <a:rPr lang="en-US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Continued JavaScript modernization by converting </a:t>
                      </a:r>
                      <a:r>
                        <a:rPr lang="en-US" sz="1400" b="1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remaining JavaScript components</a:t>
                      </a:r>
                      <a:r>
                        <a:rPr lang="en-US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to use </a:t>
                      </a:r>
                      <a:r>
                        <a:rPr lang="en-US" sz="1400" b="0" i="1" kern="1200" err="1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GraalVM</a:t>
                      </a:r>
                      <a:endParaRPr lang="en-US" sz="1400" kern="1200">
                        <a:solidFill>
                          <a:srgbClr val="7E858C"/>
                        </a:solidFill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  <a:p>
                      <a:pPr marL="230400" indent="-230400" algn="l" fontAlgn="auto">
                        <a:lnSpc>
                          <a:spcPct val="100000"/>
                        </a:lnSpc>
                        <a:spcAft>
                          <a:spcPts val="2000"/>
                        </a:spcAft>
                        <a:buClr>
                          <a:schemeClr val="accent1"/>
                        </a:buClr>
                        <a:buSzPct val="100000"/>
                        <a:buFont typeface="System Font Regular"/>
                        <a:buChar char="●"/>
                      </a:pPr>
                      <a:r>
                        <a:rPr lang="en-US" sz="1400">
                          <a:solidFill>
                            <a:srgbClr val="7E858C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Engine modernization with SOAP Framework Uplift</a:t>
                      </a:r>
                      <a:endParaRPr lang="en-US" sz="1400" b="1">
                        <a:solidFill>
                          <a:srgbClr val="7E858C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80000" marR="180000" marT="18000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30400" indent="-230400" algn="l" fontAlgn="base">
                        <a:lnSpc>
                          <a:spcPct val="100000"/>
                        </a:lnSpc>
                        <a:spcAft>
                          <a:spcPts val="2000"/>
                        </a:spcAft>
                        <a:buClr>
                          <a:schemeClr val="accent1"/>
                        </a:buClr>
                        <a:buSzPct val="100000"/>
                        <a:buFont typeface="System Font Regular"/>
                        <a:buChar char="●"/>
                      </a:pPr>
                      <a:r>
                        <a:rPr lang="en-US" sz="1400" kern="1200">
                          <a:solidFill>
                            <a:srgbClr val="7E858C"/>
                          </a:solidFill>
                          <a:latin typeface="Poppins Light" panose="00000400000000000000" pitchFamily="2" charset="0"/>
                          <a:ea typeface="Tahoma"/>
                          <a:cs typeface="Poppins Light" panose="00000400000000000000" pitchFamily="2" charset="0"/>
                        </a:rPr>
                        <a:t>Optimize diskspace usage with targeted </a:t>
                      </a:r>
                      <a:r>
                        <a:rPr lang="en-US" sz="1400" b="1" kern="1200">
                          <a:solidFill>
                            <a:srgbClr val="7E858C"/>
                          </a:solidFill>
                          <a:latin typeface="Poppins Light" panose="00000400000000000000" pitchFamily="2" charset="0"/>
                          <a:ea typeface="Tahoma"/>
                          <a:cs typeface="Poppins Light" panose="00000400000000000000" pitchFamily="2" charset="0"/>
                        </a:rPr>
                        <a:t>Archive Cleanup</a:t>
                      </a:r>
                      <a:r>
                        <a:rPr lang="en-US" sz="1400" kern="1200">
                          <a:solidFill>
                            <a:srgbClr val="7E858C"/>
                          </a:solidFill>
                          <a:latin typeface="Poppins Light" panose="00000400000000000000" pitchFamily="2" charset="0"/>
                          <a:ea typeface="Tahoma"/>
                          <a:cs typeface="Poppins Light" panose="00000400000000000000" pitchFamily="2" charset="0"/>
                        </a:rPr>
                        <a:t>.</a:t>
                      </a:r>
                    </a:p>
                    <a:p>
                      <a:pPr marL="230400" marR="0" lvl="0" indent="-230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Clr>
                          <a:schemeClr val="accent1"/>
                        </a:buClr>
                        <a:buSzPct val="100000"/>
                        <a:buFont typeface="System Font Regular"/>
                        <a:buChar char="●"/>
                        <a:tabLst/>
                        <a:defRPr/>
                      </a:pPr>
                      <a:r>
                        <a:rPr lang="en-US" sz="1400">
                          <a:solidFill>
                            <a:srgbClr val="7E858C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Improved configuration management.</a:t>
                      </a:r>
                    </a:p>
                    <a:p>
                      <a:pPr marL="230400" marR="0" lvl="0" indent="-230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Clr>
                          <a:schemeClr val="accent1"/>
                        </a:buClr>
                        <a:buSzPct val="100000"/>
                        <a:buFont typeface="System Font Regular"/>
                        <a:buChar char="●"/>
                        <a:tabLst/>
                        <a:defRPr/>
                      </a:pPr>
                      <a:r>
                        <a:rPr lang="en-US" sz="1400" kern="1200">
                          <a:solidFill>
                            <a:srgbClr val="7E858C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Modernization of Management Console</a:t>
                      </a:r>
                    </a:p>
                    <a:p>
                      <a:pPr marL="230400" marR="0" lvl="0" indent="-230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Clr>
                          <a:schemeClr val="accent1"/>
                        </a:buClr>
                        <a:buSzPct val="100000"/>
                        <a:buFont typeface="System Font Regular"/>
                        <a:buChar char="●"/>
                        <a:tabLst/>
                        <a:defRPr/>
                      </a:pPr>
                      <a:r>
                        <a:rPr lang="en-US" sz="1400" kern="1200">
                          <a:solidFill>
                            <a:srgbClr val="7E858C"/>
                          </a:solidFill>
                          <a:latin typeface="Poppins Light" panose="00000400000000000000" pitchFamily="2" charset="0"/>
                          <a:ea typeface="Tahoma"/>
                          <a:cs typeface="Poppins Light" panose="00000400000000000000" pitchFamily="2" charset="0"/>
                        </a:rPr>
                        <a:t>Upgrade to Java 17 and above.</a:t>
                      </a:r>
                      <a:endParaRPr lang="en-US" sz="1400" b="1">
                        <a:solidFill>
                          <a:srgbClr val="7E858C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80000" marR="180000" marT="18000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66930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F794-6152-C31B-B054-674AE372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CA6585-1BBE-2936-7585-F17BE0B16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7373DA5-B241-3559-58CB-A4B557D7A0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1706065"/>
              </p:ext>
            </p:extLst>
          </p:nvPr>
        </p:nvGraphicFramePr>
        <p:xfrm>
          <a:off x="484740" y="1333852"/>
          <a:ext cx="11232000" cy="485478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80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8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8884">
                  <a:extLst>
                    <a:ext uri="{9D8B030D-6E8A-4147-A177-3AD203B41FA5}">
                      <a16:colId xmlns:a16="http://schemas.microsoft.com/office/drawing/2014/main" val="3664763255"/>
                    </a:ext>
                  </a:extLst>
                </a:gridCol>
              </a:tblGrid>
              <a:tr h="29228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Theme​</a:t>
                      </a:r>
                    </a:p>
                  </a:txBody>
                  <a:tcPr marL="78226" marR="78226" marT="39113" marB="3911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Now​</a:t>
                      </a:r>
                    </a:p>
                  </a:txBody>
                  <a:tcPr marL="78226" marR="78226" marT="39113" marB="39113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Next​</a:t>
                      </a:r>
                    </a:p>
                  </a:txBody>
                  <a:tcPr marL="78226" marR="78226" marT="39113" marB="3911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Later​</a:t>
                      </a:r>
                    </a:p>
                  </a:txBody>
                  <a:tcPr marL="78226" marR="78226" marT="39113" marB="3911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88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Lorem ipsum </a:t>
                      </a:r>
                      <a:b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</a:br>
                      <a: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odor </a:t>
                      </a:r>
                      <a:r>
                        <a:rPr lang="en-US" sz="1500" b="1" i="0" err="1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amet</a:t>
                      </a:r>
                      <a:endParaRPr lang="en-US" sz="15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56000" marR="78226" marT="144000" marB="144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Tahoma"/>
                          <a:cs typeface="Poppins Light" pitchFamily="2" charset="77"/>
                        </a:rPr>
                        <a:t>.</a:t>
                      </a:r>
                    </a:p>
                  </a:txBody>
                  <a:tcPr marL="0" marR="144000" marT="144000" marB="144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kern="120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Poppins Light" pitchFamily="2" charset="77"/>
                          <a:ea typeface="+mn-ea"/>
                          <a:cs typeface="Poppins Light" pitchFamily="2" charset="77"/>
                        </a:rPr>
                        <a:t>.</a:t>
                      </a:r>
                    </a:p>
                  </a:txBody>
                  <a:tcPr marL="0" marR="144000" marT="144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</a:t>
                      </a:r>
                      <a:endParaRPr lang="en-US" sz="1200" b="0" i="0">
                        <a:solidFill>
                          <a:schemeClr val="tx1"/>
                        </a:solidFill>
                        <a:effectLst/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144000" marT="144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0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Lorem ipsum </a:t>
                      </a:r>
                      <a:b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</a:br>
                      <a: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odor </a:t>
                      </a:r>
                      <a:r>
                        <a:rPr lang="en-US" sz="1500" b="1" i="0" err="1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amet</a:t>
                      </a:r>
                      <a:endParaRPr lang="en-US" sz="15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56000" marR="78226" marT="108000" marB="144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</a:t>
                      </a:r>
                      <a:endParaRPr lang="en-NZ" sz="1200" b="0" i="0" kern="1200">
                        <a:solidFill>
                          <a:schemeClr val="tx1"/>
                        </a:solidFill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</a:t>
                      </a:r>
                      <a:endParaRPr lang="en-US" sz="1200" b="0" i="0" kern="1200">
                        <a:solidFill>
                          <a:schemeClr val="tx1"/>
                        </a:solidFill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Poppins Light" pitchFamily="2" charset="77"/>
                          <a:cs typeface="Poppins Light" pitchFamily="2" charset="77"/>
                        </a:rPr>
                        <a:t>.</a:t>
                      </a: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2761237"/>
                  </a:ext>
                </a:extLst>
              </a:tr>
              <a:tr h="9670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Lorem ipsum </a:t>
                      </a:r>
                      <a:b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</a:br>
                      <a:r>
                        <a:rPr lang="en-US" sz="1500" b="1" i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odor </a:t>
                      </a:r>
                      <a:r>
                        <a:rPr lang="en-US" sz="1500" b="1" i="0" err="1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amet</a:t>
                      </a:r>
                      <a:endParaRPr lang="en-US" sz="15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56000" marR="78226" marT="108000" marB="144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</a:t>
                      </a:r>
                      <a:endParaRPr lang="en-US" sz="1200" b="0" i="0" kern="1200">
                        <a:solidFill>
                          <a:schemeClr val="tx1"/>
                        </a:solidFill>
                        <a:effectLst/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Urna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Rutrum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facilisi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leo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facilisis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iaculis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nulla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tincidunt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</a:t>
                      </a:r>
                      <a:endParaRPr lang="en-US" sz="1200" b="0" i="0" kern="1200">
                        <a:solidFill>
                          <a:schemeClr val="tx1"/>
                        </a:solidFill>
                        <a:effectLst/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3337521"/>
                  </a:ext>
                </a:extLst>
              </a:tr>
              <a:tr h="9670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 i="0" u="none" strike="noStrike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Lorem ipsum </a:t>
                      </a:r>
                      <a:br>
                        <a:rPr lang="en-US" sz="1500" b="1" i="0" u="none" strike="noStrike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</a:br>
                      <a:r>
                        <a:rPr lang="en-US" sz="1500" b="1" i="0" u="none" strike="noStrike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odor </a:t>
                      </a:r>
                      <a:r>
                        <a:rPr lang="en-US" sz="1500" b="1" i="0" u="none" strike="noStrike" err="1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</a:rPr>
                        <a:t>amet</a:t>
                      </a:r>
                      <a:endParaRPr lang="en-US" sz="15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56000" marR="78226" marT="108000" marB="1440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Urna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montes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natoque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</a:t>
                      </a:r>
                      <a:endParaRPr lang="en-US" sz="1200" b="0" i="0" kern="1200">
                        <a:solidFill>
                          <a:schemeClr val="tx1"/>
                        </a:solidFill>
                        <a:effectLst/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Urna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in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eleifend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venenatis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dapibus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</a:t>
                      </a:r>
                      <a:endParaRPr lang="en-US" sz="1200" b="0" i="0" kern="1200">
                        <a:solidFill>
                          <a:schemeClr val="tx1"/>
                        </a:solidFill>
                        <a:effectLst/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elit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. Urna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justo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aenean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aliquet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 Light" pitchFamily="2" charset="77"/>
                          <a:ea typeface="+mn-lt"/>
                          <a:cs typeface="Poppins Light" pitchFamily="2" charset="77"/>
                        </a:rPr>
                        <a:t> in.</a:t>
                      </a:r>
                      <a:endParaRPr lang="en-US" sz="1200" b="0" i="0" kern="1200">
                        <a:solidFill>
                          <a:schemeClr val="tx1"/>
                        </a:solidFill>
                        <a:effectLst/>
                        <a:latin typeface="Poppins Light" pitchFamily="2" charset="77"/>
                        <a:ea typeface="+mn-ea"/>
                        <a:cs typeface="Poppins Light" pitchFamily="2" charset="77"/>
                      </a:endParaRPr>
                    </a:p>
                  </a:txBody>
                  <a:tcPr marL="0" marR="144000" marT="108000" marB="1440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985998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blue lines&#10;&#10;Description automatically generated">
            <a:extLst>
              <a:ext uri="{FF2B5EF4-FFF2-40B4-BE49-F238E27FC236}">
                <a16:creationId xmlns:a16="http://schemas.microsoft.com/office/drawing/2014/main" id="{7B702FA5-2857-90B8-B18C-352B3EFAB3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271" y="2027783"/>
            <a:ext cx="471298" cy="320241"/>
          </a:xfrm>
          <a:prstGeom prst="rect">
            <a:avLst/>
          </a:prstGeom>
        </p:spPr>
      </p:pic>
      <p:pic>
        <p:nvPicPr>
          <p:cNvPr id="7" name="Picture 6" descr="A blue lines with circles on a black background&#10;&#10;Description automatically generated">
            <a:extLst>
              <a:ext uri="{FF2B5EF4-FFF2-40B4-BE49-F238E27FC236}">
                <a16:creationId xmlns:a16="http://schemas.microsoft.com/office/drawing/2014/main" id="{5E862234-34F7-964E-5DBE-EB7179B3F7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871" y="3157235"/>
            <a:ext cx="404097" cy="383550"/>
          </a:xfrm>
          <a:prstGeom prst="rect">
            <a:avLst/>
          </a:prstGeom>
        </p:spPr>
      </p:pic>
      <p:pic>
        <p:nvPicPr>
          <p:cNvPr id="9" name="Picture 8" descr="A black background with orange gear&#10;&#10;Description automatically generated">
            <a:extLst>
              <a:ext uri="{FF2B5EF4-FFF2-40B4-BE49-F238E27FC236}">
                <a16:creationId xmlns:a16="http://schemas.microsoft.com/office/drawing/2014/main" id="{609A1799-11D7-F99C-6AE2-0D58735318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385" y="4272560"/>
            <a:ext cx="512901" cy="442377"/>
          </a:xfrm>
          <a:prstGeom prst="rect">
            <a:avLst/>
          </a:prstGeom>
        </p:spPr>
      </p:pic>
      <p:pic>
        <p:nvPicPr>
          <p:cNvPr id="11" name="Picture 10" descr="A purple arrow pointing up&#10;&#10;Description automatically generated">
            <a:extLst>
              <a:ext uri="{FF2B5EF4-FFF2-40B4-BE49-F238E27FC236}">
                <a16:creationId xmlns:a16="http://schemas.microsoft.com/office/drawing/2014/main" id="{9BBD283C-CDC5-2211-3994-65567D5709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271" y="5524148"/>
            <a:ext cx="393130" cy="39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292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E3A2A9-3D63-9C90-86B8-07B7453B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45">
            <a:extLst>
              <a:ext uri="{FF2B5EF4-FFF2-40B4-BE49-F238E27FC236}">
                <a16:creationId xmlns:a16="http://schemas.microsoft.com/office/drawing/2014/main" id="{9DD709AB-B037-CBC0-1F7F-E522CFE34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092640"/>
              </p:ext>
            </p:extLst>
          </p:nvPr>
        </p:nvGraphicFramePr>
        <p:xfrm>
          <a:off x="474561" y="1146764"/>
          <a:ext cx="11184922" cy="4720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204">
                  <a:extLst>
                    <a:ext uri="{9D8B030D-6E8A-4147-A177-3AD203B41FA5}">
                      <a16:colId xmlns:a16="http://schemas.microsoft.com/office/drawing/2014/main" val="2078394580"/>
                    </a:ext>
                  </a:extLst>
                </a:gridCol>
                <a:gridCol w="2667906">
                  <a:extLst>
                    <a:ext uri="{9D8B030D-6E8A-4147-A177-3AD203B41FA5}">
                      <a16:colId xmlns:a16="http://schemas.microsoft.com/office/drawing/2014/main" val="1187767891"/>
                    </a:ext>
                  </a:extLst>
                </a:gridCol>
                <a:gridCol w="2667906">
                  <a:extLst>
                    <a:ext uri="{9D8B030D-6E8A-4147-A177-3AD203B41FA5}">
                      <a16:colId xmlns:a16="http://schemas.microsoft.com/office/drawing/2014/main" val="3801198589"/>
                    </a:ext>
                  </a:extLst>
                </a:gridCol>
                <a:gridCol w="2667906">
                  <a:extLst>
                    <a:ext uri="{9D8B030D-6E8A-4147-A177-3AD203B41FA5}">
                      <a16:colId xmlns:a16="http://schemas.microsoft.com/office/drawing/2014/main" val="2189875000"/>
                    </a:ext>
                  </a:extLst>
                </a:gridCol>
              </a:tblGrid>
              <a:tr h="900661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amet</a:t>
                      </a:r>
                      <a:r>
                        <a:rPr lang="en-US" sz="1200" b="0" i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 &gt;</a:t>
                      </a:r>
                    </a:p>
                  </a:txBody>
                  <a:tcPr marB="36000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Consectetuer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adipiscing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elit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Urna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justo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aenean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aliquet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in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eleifend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venenatis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dapibus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montes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natoque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</a:p>
                  </a:txBody>
                  <a:tcPr marB="36000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Consectetuer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adipiscing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elit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Urna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justo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aenean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aliquet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in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eleifend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venenatis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dapibus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montes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natoque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</a:p>
                  </a:txBody>
                  <a:tcPr marB="36000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Consectetuer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adipiscing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elit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Urna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justo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aenean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aliquet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in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eleifend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venenatis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dapibus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montes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 </a:t>
                      </a:r>
                      <a:r>
                        <a:rPr lang="en-US" sz="1000" b="0" i="0" err="1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natoque</a:t>
                      </a:r>
                      <a:r>
                        <a:rPr lang="en-US" sz="1000" b="0" i="0">
                          <a:solidFill>
                            <a:schemeClr val="tx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. </a:t>
                      </a:r>
                    </a:p>
                  </a:txBody>
                  <a:tcPr marB="36000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5010"/>
                  </a:ext>
                </a:extLst>
              </a:tr>
              <a:tr h="477452">
                <a:tc>
                  <a:txBody>
                    <a:bodyPr/>
                    <a:lstStyle/>
                    <a:p>
                      <a:pPr marL="539750" marR="0" lvl="0" indent="-539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rgbClr val="050E1A"/>
                          </a:solidFill>
                          <a:latin typeface="Poppins" pitchFamily="2" charset="77"/>
                          <a:cs typeface="Poppins" pitchFamily="2" charset="77"/>
                        </a:rPr>
                        <a:t>	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elit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519777"/>
                  </a:ext>
                </a:extLst>
              </a:tr>
              <a:tr h="477452">
                <a:tc>
                  <a:txBody>
                    <a:bodyPr/>
                    <a:lstStyle/>
                    <a:p>
                      <a:pPr marL="539750" marR="0" lvl="0" indent="-539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rgbClr val="050E1A"/>
                          </a:solidFill>
                          <a:latin typeface="Poppins" pitchFamily="2" charset="77"/>
                          <a:cs typeface="Poppins" pitchFamily="2" charset="77"/>
                        </a:rPr>
                        <a:t>	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elit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534416"/>
                  </a:ext>
                </a:extLst>
              </a:tr>
              <a:tr h="477452">
                <a:tc>
                  <a:txBody>
                    <a:bodyPr/>
                    <a:lstStyle/>
                    <a:p>
                      <a:pPr marL="540000" marR="0" lvl="0" indent="-54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rgbClr val="050E1A"/>
                          </a:solidFill>
                          <a:latin typeface="Poppins" pitchFamily="2" charset="77"/>
                          <a:cs typeface="Poppins" pitchFamily="2" charset="77"/>
                        </a:rPr>
                        <a:t>	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elit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78149"/>
                  </a:ext>
                </a:extLst>
              </a:tr>
              <a:tr h="477452">
                <a:tc>
                  <a:txBody>
                    <a:bodyPr/>
                    <a:lstStyle/>
                    <a:p>
                      <a:pPr marL="540000" marR="0" lvl="0" indent="-54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rgbClr val="050E1A"/>
                          </a:solidFill>
                          <a:latin typeface="Poppins" pitchFamily="2" charset="77"/>
                          <a:cs typeface="Poppins" pitchFamily="2" charset="77"/>
                        </a:rPr>
                        <a:t>	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elit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455200"/>
                  </a:ext>
                </a:extLst>
              </a:tr>
              <a:tr h="477452">
                <a:tc>
                  <a:txBody>
                    <a:bodyPr/>
                    <a:lstStyle/>
                    <a:p>
                      <a:pPr marL="539750" indent="-539750" algn="l"/>
                      <a:r>
                        <a:rPr lang="en-US" sz="1200" b="0" i="0">
                          <a:solidFill>
                            <a:srgbClr val="050E1A"/>
                          </a:solidFill>
                          <a:latin typeface="Poppins" pitchFamily="2" charset="77"/>
                          <a:cs typeface="Poppins" pitchFamily="2" charset="77"/>
                        </a:rPr>
                        <a:t>	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elit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971630"/>
                  </a:ext>
                </a:extLst>
              </a:tr>
              <a:tr h="477452">
                <a:tc>
                  <a:txBody>
                    <a:bodyPr/>
                    <a:lstStyle/>
                    <a:p>
                      <a:pPr marL="539750" marR="0" lvl="0" indent="-539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rgbClr val="050E1A"/>
                          </a:solidFill>
                          <a:latin typeface="Poppins" pitchFamily="2" charset="77"/>
                          <a:cs typeface="Poppins" pitchFamily="2" charset="77"/>
                        </a:rPr>
                        <a:t>	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elit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037296"/>
                  </a:ext>
                </a:extLst>
              </a:tr>
              <a:tr h="477452">
                <a:tc>
                  <a:txBody>
                    <a:bodyPr/>
                    <a:lstStyle/>
                    <a:p>
                      <a:pPr marL="540000" marR="0" lvl="0" indent="-54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rgbClr val="050E1A"/>
                          </a:solidFill>
                          <a:latin typeface="Poppins" pitchFamily="2" charset="77"/>
                          <a:cs typeface="Poppins" pitchFamily="2" charset="77"/>
                        </a:rPr>
                        <a:t>	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elit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107010"/>
                  </a:ext>
                </a:extLst>
              </a:tr>
              <a:tr h="477452">
                <a:tc>
                  <a:txBody>
                    <a:bodyPr/>
                    <a:lstStyle/>
                    <a:p>
                      <a:pPr marL="540000" marR="0" lvl="0" indent="-54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rgbClr val="050E1A"/>
                          </a:solidFill>
                          <a:latin typeface="Poppins" pitchFamily="2" charset="77"/>
                          <a:cs typeface="Poppins" pitchFamily="2" charset="77"/>
                        </a:rPr>
                        <a:t>	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Consectetuer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adipiscing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elit</a:t>
                      </a:r>
                      <a:endParaRPr lang="en-US" sz="1200" b="0" i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36033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E853E76-AFEF-C8AE-BEC1-C6DCD7E3C17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80560" y="2171887"/>
            <a:ext cx="333840" cy="274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4939EF-4481-1558-C170-FE6C3DCC87C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571965" y="3106788"/>
            <a:ext cx="348492" cy="334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D93EF9-157A-BCD8-9D13-158C1F7F5B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080" y="5482625"/>
            <a:ext cx="360229" cy="328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4C70B-C359-923D-41DE-A4F1776C32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696" y="5007133"/>
            <a:ext cx="287582" cy="3362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A945DF-ABF7-4AFD-8F27-32583C53D28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724" y="4534086"/>
            <a:ext cx="396473" cy="3013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50AB1F-B50F-182D-C017-B19FD7D6F1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033" y="4034263"/>
            <a:ext cx="350080" cy="3738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F3F52E-23ED-3F5F-2D00-AD51AB8EA99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401" y="3589756"/>
            <a:ext cx="401855" cy="2855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242D9A-725F-72B1-6B42-3A63E8FB84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515" y="2629476"/>
            <a:ext cx="432677" cy="3131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92D39C-0D02-CC54-AAC6-B716197ECC36}"/>
              </a:ext>
            </a:extLst>
          </p:cNvPr>
          <p:cNvSpPr txBox="1"/>
          <p:nvPr/>
        </p:nvSpPr>
        <p:spPr>
          <a:xfrm>
            <a:off x="770176" y="6026979"/>
            <a:ext cx="175529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= Lorem ipsum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BA387C-4D09-743B-2058-55EAF11EB93F}"/>
              </a:ext>
            </a:extLst>
          </p:cNvPr>
          <p:cNvSpPr txBox="1"/>
          <p:nvPr/>
        </p:nvSpPr>
        <p:spPr>
          <a:xfrm>
            <a:off x="2925714" y="6026979"/>
            <a:ext cx="193848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= Lorem ipsum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A991E0-EDBB-8B2A-CD64-FE6292C91626}"/>
              </a:ext>
            </a:extLst>
          </p:cNvPr>
          <p:cNvSpPr/>
          <p:nvPr/>
        </p:nvSpPr>
        <p:spPr>
          <a:xfrm>
            <a:off x="2666874" y="6031098"/>
            <a:ext cx="164881" cy="16488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6517C8-B983-2BDF-511D-239DA9564BC0}"/>
              </a:ext>
            </a:extLst>
          </p:cNvPr>
          <p:cNvSpPr/>
          <p:nvPr/>
        </p:nvSpPr>
        <p:spPr>
          <a:xfrm>
            <a:off x="511336" y="6031098"/>
            <a:ext cx="164881" cy="16488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0846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D3ED9D-80D3-931F-561E-C201515B7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08A08E2-0BC2-BD89-E9FB-3BF6221A52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3759805"/>
              </p:ext>
            </p:extLst>
          </p:nvPr>
        </p:nvGraphicFramePr>
        <p:xfrm>
          <a:off x="508000" y="1150274"/>
          <a:ext cx="11088000" cy="489632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882297115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1453387107"/>
                    </a:ext>
                  </a:extLst>
                </a:gridCol>
              </a:tblGrid>
              <a:tr h="11430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Poppins Medium" panose="00000600000000000000" pitchFamily="2" charset="0"/>
                          <a:ea typeface="+mn-ea"/>
                          <a:cs typeface="Poppins Medium" panose="00000600000000000000" pitchFamily="2" charset="0"/>
                        </a:rPr>
                        <a:t>Description</a:t>
                      </a:r>
                    </a:p>
                  </a:txBody>
                  <a:tcPr marL="72000" marR="144000" marT="144000" marB="108000">
                    <a:lnL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81F3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Lorem ipsum odor 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A81F3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amet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81F3"/>
                        </a:solidFill>
                        <a:effectLst/>
                        <a:uLnTx/>
                        <a:uFillTx/>
                        <a:ea typeface="+mn-ea"/>
                        <a:cs typeface="Poppin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Lorem ipsum odor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amet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,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consectetuer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adipiscing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elit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. </a:t>
                      </a:r>
                      <a:b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</a:b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Urna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aenean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aliquet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in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eleifend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venenatis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dapibus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natoque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. </a:t>
                      </a:r>
                    </a:p>
                  </a:txBody>
                  <a:tcPr marL="108000" marR="0" marT="144000" marB="108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81F3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Lorem ipsum odor 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A81F3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amet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81F3"/>
                        </a:solidFill>
                        <a:effectLst/>
                        <a:uLnTx/>
                        <a:uFillTx/>
                        <a:ea typeface="+mn-ea"/>
                        <a:cs typeface="Poppin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Lorem ipsum odor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amet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,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consectetuer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adipiscing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elit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. </a:t>
                      </a:r>
                      <a:b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</a:b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Urna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aenean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aliquet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in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eleifend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venenatis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dapibus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natoque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. </a:t>
                      </a:r>
                    </a:p>
                  </a:txBody>
                  <a:tcPr marL="108000" marR="0" marT="144000" marB="108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81F3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Lorem ipsum odor 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A81F3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amet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81F3"/>
                        </a:solidFill>
                        <a:effectLst/>
                        <a:uLnTx/>
                        <a:uFillTx/>
                        <a:ea typeface="+mn-ea"/>
                        <a:cs typeface="Poppin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Lorem ipsum odor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amet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,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consectetuer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adipiscing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elit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. </a:t>
                      </a:r>
                      <a:b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</a:b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Urna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aenean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aliquet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in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eleifend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venenatis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dapibus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natoque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. </a:t>
                      </a:r>
                    </a:p>
                  </a:txBody>
                  <a:tcPr marL="108000" marR="144000" marT="144000" marB="108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81F3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Lorem ipsum odor 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A81F3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amet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81F3"/>
                        </a:solidFill>
                        <a:effectLst/>
                        <a:uLnTx/>
                        <a:uFillTx/>
                        <a:ea typeface="+mn-ea"/>
                        <a:cs typeface="Poppin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Lorem ipsum odor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amet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,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consectetuer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adipiscing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elit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. </a:t>
                      </a:r>
                      <a:b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</a:b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Urna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aenean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aliquet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in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eleifend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venenatis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dapibus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natoque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50E1A"/>
                          </a:solidFill>
                          <a:effectLst/>
                          <a:uLnTx/>
                          <a:uFillTx/>
                          <a:ea typeface="+mn-ea"/>
                          <a:cs typeface="Poppins"/>
                        </a:rPr>
                        <a:t>. </a:t>
                      </a:r>
                    </a:p>
                  </a:txBody>
                  <a:tcPr marL="108000" marR="144000" marT="144000" marB="108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336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0" i="0">
                          <a:latin typeface="Poppins Light" pitchFamily="2" charset="77"/>
                          <a:cs typeface="Poppins Light" pitchFamily="2" charset="77"/>
                        </a:rPr>
                        <a:t>Priority 1</a:t>
                      </a:r>
                    </a:p>
                  </a:txBody>
                  <a:tcPr marL="72000" marR="144000" marT="108000" marB="144000" anchor="ctr">
                    <a:lnL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14400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14400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23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0" i="0">
                          <a:latin typeface="Poppins Light" pitchFamily="2" charset="77"/>
                          <a:cs typeface="Poppins Light" pitchFamily="2" charset="77"/>
                        </a:rPr>
                        <a:t>Priority 2</a:t>
                      </a:r>
                    </a:p>
                  </a:txBody>
                  <a:tcPr marL="72000" marR="144000" marT="108000" marB="144000" anchor="ctr">
                    <a:lnL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14400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14400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7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0" i="0">
                          <a:latin typeface="Poppins Light" pitchFamily="2" charset="77"/>
                          <a:cs typeface="Poppins Light" pitchFamily="2" charset="77"/>
                        </a:rPr>
                        <a:t>Priority 3</a:t>
                      </a:r>
                    </a:p>
                  </a:txBody>
                  <a:tcPr marL="72000" marR="144000" marT="108000" marB="144000" anchor="ctr">
                    <a:lnL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6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6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14400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14400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996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0" i="0">
                          <a:latin typeface="Poppins Light" pitchFamily="2" charset="77"/>
                          <a:cs typeface="Poppins Light" pitchFamily="2" charset="77"/>
                        </a:rPr>
                        <a:t>Priority 4</a:t>
                      </a:r>
                    </a:p>
                  </a:txBody>
                  <a:tcPr marL="72000" marR="144000" marT="108000" marB="144000" anchor="ctr">
                    <a:lnL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6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6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14400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b="0" i="0"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108000" marR="144000" marT="108000" marB="144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E8C3E742-262F-562A-82DE-719B3946B14E}"/>
              </a:ext>
            </a:extLst>
          </p:cNvPr>
          <p:cNvGrpSpPr/>
          <p:nvPr/>
        </p:nvGrpSpPr>
        <p:grpSpPr>
          <a:xfrm>
            <a:off x="7581802" y="2336467"/>
            <a:ext cx="918264" cy="918264"/>
            <a:chOff x="2657918" y="2562776"/>
            <a:chExt cx="946037" cy="946037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204B634-C03D-3A8C-1B54-AB4B905E49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57918" y="2562776"/>
              <a:ext cx="946037" cy="946037"/>
            </a:xfrm>
            <a:prstGeom prst="rect">
              <a:avLst/>
            </a:prstGeom>
          </p:spPr>
        </p:pic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95C42160-52C6-5765-0C38-DC861975BCD5}"/>
                </a:ext>
              </a:extLst>
            </p:cNvPr>
            <p:cNvSpPr/>
            <p:nvPr/>
          </p:nvSpPr>
          <p:spPr>
            <a:xfrm>
              <a:off x="3145362" y="2971799"/>
              <a:ext cx="254000" cy="2540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84FA6FC9-BF1E-F8D4-55E7-CC2CEAD13ADE}"/>
                </a:ext>
              </a:extLst>
            </p:cNvPr>
            <p:cNvSpPr/>
            <p:nvPr/>
          </p:nvSpPr>
          <p:spPr>
            <a:xfrm>
              <a:off x="3192985" y="3013074"/>
              <a:ext cx="158751" cy="158751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34176C-F82B-3954-41D9-AAE2BBDF5ED0}"/>
              </a:ext>
            </a:extLst>
          </p:cNvPr>
          <p:cNvGrpSpPr/>
          <p:nvPr/>
        </p:nvGrpSpPr>
        <p:grpSpPr>
          <a:xfrm>
            <a:off x="2870286" y="2329538"/>
            <a:ext cx="918264" cy="918264"/>
            <a:chOff x="2657918" y="2562776"/>
            <a:chExt cx="946037" cy="946037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B5D95929-8668-4081-E09E-CD4D7BA4B9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57918" y="2562776"/>
              <a:ext cx="946037" cy="946037"/>
            </a:xfrm>
            <a:prstGeom prst="rect">
              <a:avLst/>
            </a:prstGeom>
          </p:spPr>
        </p:pic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F073DE38-BAA7-4540-0F19-C2C64143DA16}"/>
                </a:ext>
              </a:extLst>
            </p:cNvPr>
            <p:cNvSpPr/>
            <p:nvPr/>
          </p:nvSpPr>
          <p:spPr>
            <a:xfrm>
              <a:off x="3145362" y="2971799"/>
              <a:ext cx="254000" cy="2540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2974E623-2D47-F1D9-90F6-CC00EF6E3A9E}"/>
                </a:ext>
              </a:extLst>
            </p:cNvPr>
            <p:cNvSpPr/>
            <p:nvPr/>
          </p:nvSpPr>
          <p:spPr>
            <a:xfrm>
              <a:off x="3192985" y="3013074"/>
              <a:ext cx="158751" cy="158751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pic>
        <p:nvPicPr>
          <p:cNvPr id="27" name="Graphic 26" descr="Male profile outline">
            <a:extLst>
              <a:ext uri="{FF2B5EF4-FFF2-40B4-BE49-F238E27FC236}">
                <a16:creationId xmlns:a16="http://schemas.microsoft.com/office/drawing/2014/main" id="{338A70A0-D40E-0F4E-A30E-3A5B27A08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3498" y="3219336"/>
            <a:ext cx="669173" cy="669173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7C37C90-166D-2BF9-D207-42FF037E367E}"/>
              </a:ext>
            </a:extLst>
          </p:cNvPr>
          <p:cNvGrpSpPr/>
          <p:nvPr/>
        </p:nvGrpSpPr>
        <p:grpSpPr>
          <a:xfrm>
            <a:off x="2901325" y="3213247"/>
            <a:ext cx="988298" cy="669173"/>
            <a:chOff x="8730967" y="3600057"/>
            <a:chExt cx="1018189" cy="689412"/>
          </a:xfrm>
        </p:grpSpPr>
        <p:pic>
          <p:nvPicPr>
            <p:cNvPr id="29" name="Graphic 28" descr="Male profile outline">
              <a:extLst>
                <a:ext uri="{FF2B5EF4-FFF2-40B4-BE49-F238E27FC236}">
                  <a16:creationId xmlns:a16="http://schemas.microsoft.com/office/drawing/2014/main" id="{A402FD8E-6DEE-823F-D77F-940F3EAA04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30967" y="3600057"/>
              <a:ext cx="689412" cy="689412"/>
            </a:xfrm>
            <a:prstGeom prst="rect">
              <a:avLst/>
            </a:prstGeom>
          </p:spPr>
        </p:pic>
        <p:pic>
          <p:nvPicPr>
            <p:cNvPr id="30" name="Graphic 29" descr="Male profile outline">
              <a:extLst>
                <a:ext uri="{FF2B5EF4-FFF2-40B4-BE49-F238E27FC236}">
                  <a16:creationId xmlns:a16="http://schemas.microsoft.com/office/drawing/2014/main" id="{E9A69300-E32E-F624-66C7-359FB1A823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0364" y="3771901"/>
              <a:ext cx="478792" cy="47879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897393-7D67-3096-3F07-B6D0E01CD571}"/>
              </a:ext>
            </a:extLst>
          </p:cNvPr>
          <p:cNvGrpSpPr/>
          <p:nvPr/>
        </p:nvGrpSpPr>
        <p:grpSpPr>
          <a:xfrm>
            <a:off x="2901325" y="4147469"/>
            <a:ext cx="988298" cy="669173"/>
            <a:chOff x="8730967" y="3600057"/>
            <a:chExt cx="1018189" cy="689412"/>
          </a:xfrm>
        </p:grpSpPr>
        <p:pic>
          <p:nvPicPr>
            <p:cNvPr id="32" name="Graphic 31" descr="Male profile outline">
              <a:extLst>
                <a:ext uri="{FF2B5EF4-FFF2-40B4-BE49-F238E27FC236}">
                  <a16:creationId xmlns:a16="http://schemas.microsoft.com/office/drawing/2014/main" id="{8C7C126F-C422-ACDD-E893-B30B518925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30967" y="3600057"/>
              <a:ext cx="689412" cy="689412"/>
            </a:xfrm>
            <a:prstGeom prst="rect">
              <a:avLst/>
            </a:prstGeom>
          </p:spPr>
        </p:pic>
        <p:pic>
          <p:nvPicPr>
            <p:cNvPr id="33" name="Graphic 32" descr="Male profile outline">
              <a:extLst>
                <a:ext uri="{FF2B5EF4-FFF2-40B4-BE49-F238E27FC236}">
                  <a16:creationId xmlns:a16="http://schemas.microsoft.com/office/drawing/2014/main" id="{6C2B243D-F188-A4AC-38DE-1EDE4B6CF0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0364" y="3771901"/>
              <a:ext cx="478792" cy="478792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7C3313-2038-ED69-1F17-8F0778FC4CAE}"/>
              </a:ext>
            </a:extLst>
          </p:cNvPr>
          <p:cNvGrpSpPr/>
          <p:nvPr/>
        </p:nvGrpSpPr>
        <p:grpSpPr>
          <a:xfrm>
            <a:off x="9882328" y="2319758"/>
            <a:ext cx="918264" cy="918264"/>
            <a:chOff x="2656454" y="2562776"/>
            <a:chExt cx="946037" cy="946037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AD8A2B30-A37F-8231-D363-E208E6D52D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56454" y="2562776"/>
              <a:ext cx="946037" cy="946037"/>
            </a:xfrm>
            <a:prstGeom prst="rect">
              <a:avLst/>
            </a:prstGeom>
          </p:spPr>
        </p:pic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0DD9A16F-3959-8AB2-47CD-C57192ADA822}"/>
                </a:ext>
              </a:extLst>
            </p:cNvPr>
            <p:cNvSpPr/>
            <p:nvPr/>
          </p:nvSpPr>
          <p:spPr>
            <a:xfrm>
              <a:off x="3145362" y="2971799"/>
              <a:ext cx="254000" cy="2540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5436CE28-D942-16CC-CE4D-016375EE2A1F}"/>
                </a:ext>
              </a:extLst>
            </p:cNvPr>
            <p:cNvSpPr/>
            <p:nvPr/>
          </p:nvSpPr>
          <p:spPr>
            <a:xfrm>
              <a:off x="3192985" y="3013074"/>
              <a:ext cx="158751" cy="158751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pic>
        <p:nvPicPr>
          <p:cNvPr id="38" name="Graphic 37" descr="Male profile outline">
            <a:extLst>
              <a:ext uri="{FF2B5EF4-FFF2-40B4-BE49-F238E27FC236}">
                <a16:creationId xmlns:a16="http://schemas.microsoft.com/office/drawing/2014/main" id="{F82018A0-EF5F-C7A5-573E-84E39F2F2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4719" y="3203294"/>
            <a:ext cx="669173" cy="669173"/>
          </a:xfrm>
          <a:prstGeom prst="rect">
            <a:avLst/>
          </a:prstGeom>
        </p:spPr>
      </p:pic>
      <p:pic>
        <p:nvPicPr>
          <p:cNvPr id="39" name="Graphic 38" descr="Male profile outline">
            <a:extLst>
              <a:ext uri="{FF2B5EF4-FFF2-40B4-BE49-F238E27FC236}">
                <a16:creationId xmlns:a16="http://schemas.microsoft.com/office/drawing/2014/main" id="{379F576B-D9F3-54A6-44F2-3AD7A0DE1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4719" y="4137042"/>
            <a:ext cx="669173" cy="669173"/>
          </a:xfrm>
          <a:prstGeom prst="rect">
            <a:avLst/>
          </a:prstGeom>
        </p:spPr>
      </p:pic>
      <p:pic>
        <p:nvPicPr>
          <p:cNvPr id="40" name="Graphic 39" descr="Male profile outline">
            <a:extLst>
              <a:ext uri="{FF2B5EF4-FFF2-40B4-BE49-F238E27FC236}">
                <a16:creationId xmlns:a16="http://schemas.microsoft.com/office/drawing/2014/main" id="{59CAD78F-BEE8-F9E2-683B-9CA93BEAE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12187" y="5183248"/>
            <a:ext cx="669173" cy="669173"/>
          </a:xfrm>
          <a:prstGeom prst="rect">
            <a:avLst/>
          </a:prstGeom>
        </p:spPr>
      </p:pic>
      <p:pic>
        <p:nvPicPr>
          <p:cNvPr id="41" name="Graphic 40" descr="Male profile outline">
            <a:extLst>
              <a:ext uri="{FF2B5EF4-FFF2-40B4-BE49-F238E27FC236}">
                <a16:creationId xmlns:a16="http://schemas.microsoft.com/office/drawing/2014/main" id="{4AF5AB76-B855-9F08-2631-807CE63EE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01618" y="5367212"/>
            <a:ext cx="464736" cy="464736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12149751-AD15-29FB-BC59-524341496E78}"/>
              </a:ext>
            </a:extLst>
          </p:cNvPr>
          <p:cNvGrpSpPr/>
          <p:nvPr/>
        </p:nvGrpSpPr>
        <p:grpSpPr>
          <a:xfrm>
            <a:off x="7507627" y="4158912"/>
            <a:ext cx="988298" cy="669173"/>
            <a:chOff x="8730967" y="3600057"/>
            <a:chExt cx="1018189" cy="689412"/>
          </a:xfrm>
        </p:grpSpPr>
        <p:pic>
          <p:nvPicPr>
            <p:cNvPr id="43" name="Graphic 42" descr="Male profile outline">
              <a:extLst>
                <a:ext uri="{FF2B5EF4-FFF2-40B4-BE49-F238E27FC236}">
                  <a16:creationId xmlns:a16="http://schemas.microsoft.com/office/drawing/2014/main" id="{8B79342A-78E5-1774-118F-645E9699E4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30967" y="3600057"/>
              <a:ext cx="689412" cy="689412"/>
            </a:xfrm>
            <a:prstGeom prst="rect">
              <a:avLst/>
            </a:prstGeom>
          </p:spPr>
        </p:pic>
        <p:pic>
          <p:nvPicPr>
            <p:cNvPr id="44" name="Graphic 43" descr="Male profile outline">
              <a:extLst>
                <a:ext uri="{FF2B5EF4-FFF2-40B4-BE49-F238E27FC236}">
                  <a16:creationId xmlns:a16="http://schemas.microsoft.com/office/drawing/2014/main" id="{CD74F47E-7CAE-42A0-62DA-7FB0995098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0364" y="3771901"/>
              <a:ext cx="478792" cy="478792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9D5574B-2F3D-7A07-66BD-62E22F8D9154}"/>
              </a:ext>
            </a:extLst>
          </p:cNvPr>
          <p:cNvGrpSpPr/>
          <p:nvPr/>
        </p:nvGrpSpPr>
        <p:grpSpPr>
          <a:xfrm>
            <a:off x="5126585" y="4127192"/>
            <a:ext cx="1241291" cy="671336"/>
            <a:chOff x="8686949" y="5447695"/>
            <a:chExt cx="1278833" cy="691640"/>
          </a:xfrm>
        </p:grpSpPr>
        <p:pic>
          <p:nvPicPr>
            <p:cNvPr id="46" name="Graphic 45" descr="Male profile outline">
              <a:extLst>
                <a:ext uri="{FF2B5EF4-FFF2-40B4-BE49-F238E27FC236}">
                  <a16:creationId xmlns:a16="http://schemas.microsoft.com/office/drawing/2014/main" id="{0377E31E-474C-CC8A-2BEA-F80C3B235D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6370" y="5449923"/>
              <a:ext cx="689412" cy="689412"/>
            </a:xfrm>
            <a:prstGeom prst="rect">
              <a:avLst/>
            </a:prstGeom>
          </p:spPr>
        </p:pic>
        <p:pic>
          <p:nvPicPr>
            <p:cNvPr id="47" name="Graphic 46" descr="Male profile outline">
              <a:extLst>
                <a:ext uri="{FF2B5EF4-FFF2-40B4-BE49-F238E27FC236}">
                  <a16:creationId xmlns:a16="http://schemas.microsoft.com/office/drawing/2014/main" id="{3D650E51-7E7D-47D5-8319-2708A873A5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86949" y="5447695"/>
              <a:ext cx="689412" cy="68941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6CF1F0-01CD-A28D-5A0C-A6641A2E7D1C}"/>
              </a:ext>
            </a:extLst>
          </p:cNvPr>
          <p:cNvGrpSpPr/>
          <p:nvPr/>
        </p:nvGrpSpPr>
        <p:grpSpPr>
          <a:xfrm>
            <a:off x="4924228" y="2340137"/>
            <a:ext cx="918264" cy="918264"/>
            <a:chOff x="2657918" y="2562776"/>
            <a:chExt cx="946037" cy="946037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5550FD7C-7221-0468-FC63-C93E4AE0BB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57918" y="2562776"/>
              <a:ext cx="946037" cy="946037"/>
            </a:xfrm>
            <a:prstGeom prst="rect">
              <a:avLst/>
            </a:prstGeom>
          </p:spPr>
        </p:pic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3AC92FEF-361B-B0EA-1340-4EADAFFBCE72}"/>
                </a:ext>
              </a:extLst>
            </p:cNvPr>
            <p:cNvSpPr/>
            <p:nvPr/>
          </p:nvSpPr>
          <p:spPr>
            <a:xfrm>
              <a:off x="3145362" y="2971799"/>
              <a:ext cx="254000" cy="2540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FA661E04-08FB-DF9D-E07D-5E434A52AC88}"/>
                </a:ext>
              </a:extLst>
            </p:cNvPr>
            <p:cNvSpPr/>
            <p:nvPr/>
          </p:nvSpPr>
          <p:spPr>
            <a:xfrm>
              <a:off x="3192985" y="3013074"/>
              <a:ext cx="158751" cy="158751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BF8A454-80EB-0D84-6FDE-20F9AF10F429}"/>
              </a:ext>
            </a:extLst>
          </p:cNvPr>
          <p:cNvGrpSpPr/>
          <p:nvPr/>
        </p:nvGrpSpPr>
        <p:grpSpPr>
          <a:xfrm>
            <a:off x="2926986" y="5189633"/>
            <a:ext cx="988298" cy="669173"/>
            <a:chOff x="8730967" y="3600057"/>
            <a:chExt cx="1018189" cy="689412"/>
          </a:xfrm>
        </p:grpSpPr>
        <p:pic>
          <p:nvPicPr>
            <p:cNvPr id="53" name="Graphic 52" descr="Male profile outline">
              <a:extLst>
                <a:ext uri="{FF2B5EF4-FFF2-40B4-BE49-F238E27FC236}">
                  <a16:creationId xmlns:a16="http://schemas.microsoft.com/office/drawing/2014/main" id="{1D76EDEA-08CB-6658-0553-79A91AD59C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30967" y="3600057"/>
              <a:ext cx="689412" cy="689412"/>
            </a:xfrm>
            <a:prstGeom prst="rect">
              <a:avLst/>
            </a:prstGeom>
          </p:spPr>
        </p:pic>
        <p:pic>
          <p:nvPicPr>
            <p:cNvPr id="54" name="Graphic 53" descr="Male profile outline">
              <a:extLst>
                <a:ext uri="{FF2B5EF4-FFF2-40B4-BE49-F238E27FC236}">
                  <a16:creationId xmlns:a16="http://schemas.microsoft.com/office/drawing/2014/main" id="{FC1FB460-0693-45C3-AF78-3F54A537EA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0364" y="3771901"/>
              <a:ext cx="478792" cy="478792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39ABA3B-42E0-7EF1-6271-3FE35668282D}"/>
              </a:ext>
            </a:extLst>
          </p:cNvPr>
          <p:cNvGrpSpPr/>
          <p:nvPr/>
        </p:nvGrpSpPr>
        <p:grpSpPr>
          <a:xfrm>
            <a:off x="5152446" y="5175476"/>
            <a:ext cx="1241291" cy="671336"/>
            <a:chOff x="8686949" y="5447695"/>
            <a:chExt cx="1278833" cy="691640"/>
          </a:xfrm>
        </p:grpSpPr>
        <p:pic>
          <p:nvPicPr>
            <p:cNvPr id="56" name="Graphic 55" descr="Male profile outline">
              <a:extLst>
                <a:ext uri="{FF2B5EF4-FFF2-40B4-BE49-F238E27FC236}">
                  <a16:creationId xmlns:a16="http://schemas.microsoft.com/office/drawing/2014/main" id="{ADE55809-81E9-F641-4CD6-82D99C6B01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6370" y="5449923"/>
              <a:ext cx="689412" cy="689412"/>
            </a:xfrm>
            <a:prstGeom prst="rect">
              <a:avLst/>
            </a:prstGeom>
          </p:spPr>
        </p:pic>
        <p:pic>
          <p:nvPicPr>
            <p:cNvPr id="57" name="Graphic 56" descr="Male profile outline">
              <a:extLst>
                <a:ext uri="{FF2B5EF4-FFF2-40B4-BE49-F238E27FC236}">
                  <a16:creationId xmlns:a16="http://schemas.microsoft.com/office/drawing/2014/main" id="{9D23D0FD-C8A5-4D2C-CEA2-716288B7D9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86949" y="5447695"/>
              <a:ext cx="689412" cy="689412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B898743-83FC-72B4-4176-3652777790EB}"/>
              </a:ext>
            </a:extLst>
          </p:cNvPr>
          <p:cNvGrpSpPr/>
          <p:nvPr/>
        </p:nvGrpSpPr>
        <p:grpSpPr>
          <a:xfrm>
            <a:off x="5124188" y="3229748"/>
            <a:ext cx="1241291" cy="671336"/>
            <a:chOff x="8686949" y="5447695"/>
            <a:chExt cx="1278833" cy="691640"/>
          </a:xfrm>
        </p:grpSpPr>
        <p:pic>
          <p:nvPicPr>
            <p:cNvPr id="59" name="Graphic 58" descr="Male profile outline">
              <a:extLst>
                <a:ext uri="{FF2B5EF4-FFF2-40B4-BE49-F238E27FC236}">
                  <a16:creationId xmlns:a16="http://schemas.microsoft.com/office/drawing/2014/main" id="{0150E106-6586-FBE2-C5AE-2C4739A4A2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6370" y="5449923"/>
              <a:ext cx="689412" cy="689412"/>
            </a:xfrm>
            <a:prstGeom prst="rect">
              <a:avLst/>
            </a:prstGeom>
          </p:spPr>
        </p:pic>
        <p:pic>
          <p:nvPicPr>
            <p:cNvPr id="60" name="Graphic 59" descr="Male profile outline">
              <a:extLst>
                <a:ext uri="{FF2B5EF4-FFF2-40B4-BE49-F238E27FC236}">
                  <a16:creationId xmlns:a16="http://schemas.microsoft.com/office/drawing/2014/main" id="{BAAFF7F8-DFF0-789E-9574-DA3948DFAD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86949" y="5447695"/>
              <a:ext cx="689412" cy="689412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C9F826B-1D10-77E7-C591-15A4A80DF1C1}"/>
              </a:ext>
            </a:extLst>
          </p:cNvPr>
          <p:cNvGrpSpPr/>
          <p:nvPr/>
        </p:nvGrpSpPr>
        <p:grpSpPr>
          <a:xfrm>
            <a:off x="7450980" y="5153947"/>
            <a:ext cx="1241291" cy="671336"/>
            <a:chOff x="8686949" y="5447695"/>
            <a:chExt cx="1278833" cy="691640"/>
          </a:xfrm>
        </p:grpSpPr>
        <p:pic>
          <p:nvPicPr>
            <p:cNvPr id="62" name="Graphic 61" descr="Male profile outline">
              <a:extLst>
                <a:ext uri="{FF2B5EF4-FFF2-40B4-BE49-F238E27FC236}">
                  <a16:creationId xmlns:a16="http://schemas.microsoft.com/office/drawing/2014/main" id="{45C14B71-CDEA-C860-2EE7-FC174AB2BF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6370" y="5449923"/>
              <a:ext cx="689412" cy="689412"/>
            </a:xfrm>
            <a:prstGeom prst="rect">
              <a:avLst/>
            </a:prstGeom>
          </p:spPr>
        </p:pic>
        <p:pic>
          <p:nvPicPr>
            <p:cNvPr id="63" name="Graphic 62" descr="Male profile outline">
              <a:extLst>
                <a:ext uri="{FF2B5EF4-FFF2-40B4-BE49-F238E27FC236}">
                  <a16:creationId xmlns:a16="http://schemas.microsoft.com/office/drawing/2014/main" id="{A0664851-57FD-6A21-AAF2-18C3092CE9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86949" y="5447695"/>
              <a:ext cx="689412" cy="689412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4FAB449-46AD-BFA2-F8A3-BD6DADF26362}"/>
              </a:ext>
            </a:extLst>
          </p:cNvPr>
          <p:cNvGrpSpPr/>
          <p:nvPr/>
        </p:nvGrpSpPr>
        <p:grpSpPr>
          <a:xfrm>
            <a:off x="5677030" y="2330049"/>
            <a:ext cx="918264" cy="918264"/>
            <a:chOff x="2657918" y="2562776"/>
            <a:chExt cx="946037" cy="946037"/>
          </a:xfrm>
        </p:grpSpPr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96079C00-2185-DA75-8AF0-88DD0BB2C0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57918" y="2562776"/>
              <a:ext cx="946037" cy="946037"/>
            </a:xfrm>
            <a:prstGeom prst="rect">
              <a:avLst/>
            </a:prstGeom>
          </p:spPr>
        </p:pic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55A60433-23A9-D402-784E-31AAFE18630B}"/>
                </a:ext>
              </a:extLst>
            </p:cNvPr>
            <p:cNvSpPr/>
            <p:nvPr/>
          </p:nvSpPr>
          <p:spPr>
            <a:xfrm>
              <a:off x="3145362" y="2971799"/>
              <a:ext cx="254000" cy="2540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7E6F47F4-C4E0-568A-EA26-CD87DFFC993A}"/>
                </a:ext>
              </a:extLst>
            </p:cNvPr>
            <p:cNvSpPr/>
            <p:nvPr/>
          </p:nvSpPr>
          <p:spPr>
            <a:xfrm>
              <a:off x="3192985" y="3013074"/>
              <a:ext cx="158751" cy="158751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0E1A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B8C09C9F-90B0-0DA5-6F21-9CA6162F7E8B}"/>
              </a:ext>
            </a:extLst>
          </p:cNvPr>
          <p:cNvSpPr txBox="1"/>
          <p:nvPr/>
        </p:nvSpPr>
        <p:spPr>
          <a:xfrm>
            <a:off x="730472" y="6329935"/>
            <a:ext cx="1041418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= First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D46AA7-83AF-B258-B059-35F91EE42FA2}"/>
              </a:ext>
            </a:extLst>
          </p:cNvPr>
          <p:cNvSpPr txBox="1"/>
          <p:nvPr/>
        </p:nvSpPr>
        <p:spPr>
          <a:xfrm>
            <a:off x="2264204" y="6311644"/>
            <a:ext cx="153539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= Second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6949EE3-CC43-8D7D-CF99-2F198D1B44EB}"/>
              </a:ext>
            </a:extLst>
          </p:cNvPr>
          <p:cNvSpPr/>
          <p:nvPr/>
        </p:nvSpPr>
        <p:spPr>
          <a:xfrm>
            <a:off x="2050840" y="6316092"/>
            <a:ext cx="164881" cy="16488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CEAB799-A171-018E-D153-D4BA76E49CF1}"/>
              </a:ext>
            </a:extLst>
          </p:cNvPr>
          <p:cNvSpPr/>
          <p:nvPr/>
        </p:nvSpPr>
        <p:spPr>
          <a:xfrm>
            <a:off x="485506" y="6316092"/>
            <a:ext cx="164881" cy="16488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9946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5B7EEB-BF43-2D92-794A-9FDED8AE6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45">
            <a:extLst>
              <a:ext uri="{FF2B5EF4-FFF2-40B4-BE49-F238E27FC236}">
                <a16:creationId xmlns:a16="http://schemas.microsoft.com/office/drawing/2014/main" id="{AF592B27-9305-76E3-1922-0755A8FF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60008"/>
              </p:ext>
            </p:extLst>
          </p:nvPr>
        </p:nvGraphicFramePr>
        <p:xfrm>
          <a:off x="482139" y="1146762"/>
          <a:ext cx="11247120" cy="486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359">
                  <a:extLst>
                    <a:ext uri="{9D8B030D-6E8A-4147-A177-3AD203B41FA5}">
                      <a16:colId xmlns:a16="http://schemas.microsoft.com/office/drawing/2014/main" val="1187767891"/>
                    </a:ext>
                  </a:extLst>
                </a:gridCol>
                <a:gridCol w="2799388">
                  <a:extLst>
                    <a:ext uri="{9D8B030D-6E8A-4147-A177-3AD203B41FA5}">
                      <a16:colId xmlns:a16="http://schemas.microsoft.com/office/drawing/2014/main" val="3047145188"/>
                    </a:ext>
                  </a:extLst>
                </a:gridCol>
                <a:gridCol w="2285561">
                  <a:extLst>
                    <a:ext uri="{9D8B030D-6E8A-4147-A177-3AD203B41FA5}">
                      <a16:colId xmlns:a16="http://schemas.microsoft.com/office/drawing/2014/main" val="2605384780"/>
                    </a:ext>
                  </a:extLst>
                </a:gridCol>
                <a:gridCol w="2285561">
                  <a:extLst>
                    <a:ext uri="{9D8B030D-6E8A-4147-A177-3AD203B41FA5}">
                      <a16:colId xmlns:a16="http://schemas.microsoft.com/office/drawing/2014/main" val="3801198589"/>
                    </a:ext>
                  </a:extLst>
                </a:gridCol>
                <a:gridCol w="3156251">
                  <a:extLst>
                    <a:ext uri="{9D8B030D-6E8A-4147-A177-3AD203B41FA5}">
                      <a16:colId xmlns:a16="http://schemas.microsoft.com/office/drawing/2014/main" val="2189875000"/>
                    </a:ext>
                  </a:extLst>
                </a:gridCol>
              </a:tblGrid>
              <a:tr h="419842">
                <a:tc grid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endParaRPr lang="en-US" sz="1200" b="0" i="0">
                        <a:solidFill>
                          <a:schemeClr val="bg1"/>
                        </a:solidFill>
                        <a:latin typeface="+mn-lt"/>
                        <a:cs typeface="Poppins Light" pitchFamily="2" charset="77"/>
                      </a:endParaRPr>
                    </a:p>
                  </a:txBody>
                  <a:tcPr marL="144000" marB="108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endParaRPr lang="en-US" sz="1000" b="0" i="0">
                        <a:solidFill>
                          <a:schemeClr val="tx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B="360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bg1"/>
                        </a:solidFill>
                        <a:latin typeface="+mj-lt"/>
                        <a:cs typeface="Poppins Light" pitchFamily="2" charset="77"/>
                      </a:endParaRPr>
                    </a:p>
                  </a:txBody>
                  <a:tcPr marL="144000" marB="108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bg1"/>
                        </a:solidFill>
                        <a:latin typeface="+mj-lt"/>
                        <a:cs typeface="Poppins Light" pitchFamily="2" charset="77"/>
                      </a:endParaRPr>
                    </a:p>
                  </a:txBody>
                  <a:tcPr marL="144000" marB="108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bg1"/>
                        </a:solidFill>
                        <a:latin typeface="+mj-lt"/>
                        <a:cs typeface="Poppins Light" pitchFamily="2" charset="77"/>
                      </a:endParaRPr>
                    </a:p>
                  </a:txBody>
                  <a:tcPr marL="144000" marB="108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5010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519777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534416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78149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455200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971630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037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0566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AA6E0D-A786-198B-8FBD-E945D6461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45">
            <a:extLst>
              <a:ext uri="{FF2B5EF4-FFF2-40B4-BE49-F238E27FC236}">
                <a16:creationId xmlns:a16="http://schemas.microsoft.com/office/drawing/2014/main" id="{2DDC2584-82CA-5A0A-DC63-D15BF4431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14681"/>
              </p:ext>
            </p:extLst>
          </p:nvPr>
        </p:nvGraphicFramePr>
        <p:xfrm>
          <a:off x="473825" y="1146762"/>
          <a:ext cx="11238808" cy="486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827">
                  <a:extLst>
                    <a:ext uri="{9D8B030D-6E8A-4147-A177-3AD203B41FA5}">
                      <a16:colId xmlns:a16="http://schemas.microsoft.com/office/drawing/2014/main" val="1187767891"/>
                    </a:ext>
                  </a:extLst>
                </a:gridCol>
                <a:gridCol w="2797319">
                  <a:extLst>
                    <a:ext uri="{9D8B030D-6E8A-4147-A177-3AD203B41FA5}">
                      <a16:colId xmlns:a16="http://schemas.microsoft.com/office/drawing/2014/main" val="3047145188"/>
                    </a:ext>
                  </a:extLst>
                </a:gridCol>
                <a:gridCol w="2283872">
                  <a:extLst>
                    <a:ext uri="{9D8B030D-6E8A-4147-A177-3AD203B41FA5}">
                      <a16:colId xmlns:a16="http://schemas.microsoft.com/office/drawing/2014/main" val="2605384780"/>
                    </a:ext>
                  </a:extLst>
                </a:gridCol>
                <a:gridCol w="2283872">
                  <a:extLst>
                    <a:ext uri="{9D8B030D-6E8A-4147-A177-3AD203B41FA5}">
                      <a16:colId xmlns:a16="http://schemas.microsoft.com/office/drawing/2014/main" val="3801198589"/>
                    </a:ext>
                  </a:extLst>
                </a:gridCol>
                <a:gridCol w="3153918">
                  <a:extLst>
                    <a:ext uri="{9D8B030D-6E8A-4147-A177-3AD203B41FA5}">
                      <a16:colId xmlns:a16="http://schemas.microsoft.com/office/drawing/2014/main" val="2189875000"/>
                    </a:ext>
                  </a:extLst>
                </a:gridCol>
              </a:tblGrid>
              <a:tr h="419842">
                <a:tc grid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endParaRPr lang="en-US" sz="1200" b="0" i="0">
                        <a:solidFill>
                          <a:schemeClr val="bg1"/>
                        </a:solidFill>
                        <a:latin typeface="+mn-lt"/>
                        <a:cs typeface="Poppins Light" pitchFamily="2" charset="77"/>
                      </a:endParaRPr>
                    </a:p>
                  </a:txBody>
                  <a:tcPr marB="10800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endParaRPr lang="en-US" sz="1000" b="0" i="0">
                        <a:solidFill>
                          <a:schemeClr val="tx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B="360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bg1"/>
                        </a:solidFill>
                        <a:latin typeface="+mj-lt"/>
                        <a:cs typeface="Poppins Light" pitchFamily="2" charset="77"/>
                      </a:endParaRPr>
                    </a:p>
                  </a:txBody>
                  <a:tcPr marB="10800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bg1"/>
                        </a:solidFill>
                        <a:latin typeface="+mj-lt"/>
                        <a:cs typeface="Poppins Light" pitchFamily="2" charset="77"/>
                      </a:endParaRPr>
                    </a:p>
                  </a:txBody>
                  <a:tcPr marB="10800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300"/>
                        </a:spcAft>
                      </a:pPr>
                      <a:r>
                        <a:rPr lang="en-US" sz="1200" b="0" i="0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Lorem ipsum odor </a:t>
                      </a:r>
                      <a:r>
                        <a:rPr lang="en-US" sz="1200" b="0" i="0" err="1">
                          <a:solidFill>
                            <a:schemeClr val="bg1"/>
                          </a:solidFill>
                          <a:latin typeface="+mj-lt"/>
                          <a:cs typeface="Poppins Light" pitchFamily="2" charset="77"/>
                        </a:rPr>
                        <a:t>amet</a:t>
                      </a:r>
                      <a:endParaRPr lang="en-US" sz="1200" b="0" i="0">
                        <a:solidFill>
                          <a:schemeClr val="bg1"/>
                        </a:solidFill>
                        <a:latin typeface="+mj-lt"/>
                        <a:cs typeface="Poppins Light" pitchFamily="2" charset="77"/>
                      </a:endParaRPr>
                    </a:p>
                  </a:txBody>
                  <a:tcPr marB="10800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5010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R="10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elit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519777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R="10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elit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534416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R="10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elit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78149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R="10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elit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455200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R="10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elit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971630"/>
                  </a:ext>
                </a:extLst>
              </a:tr>
              <a:tr h="740385">
                <a:tc>
                  <a:txBody>
                    <a:bodyPr/>
                    <a:lstStyle/>
                    <a:p>
                      <a:pPr marL="0" indent="0" algn="r">
                        <a:buFont typeface="Wingdings" pitchFamily="2" charset="2"/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R="10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elit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2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Tx/>
                        <a:buBlip>
                          <a:blip>
                            <a:extLs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</a:buBlip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037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1415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2994B-6FA5-7D78-AB79-EF249FDE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45">
            <a:extLst>
              <a:ext uri="{FF2B5EF4-FFF2-40B4-BE49-F238E27FC236}">
                <a16:creationId xmlns:a16="http://schemas.microsoft.com/office/drawing/2014/main" id="{AC2F54E0-ADAD-03D1-0DC7-CA46BF2D3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06297"/>
              </p:ext>
            </p:extLst>
          </p:nvPr>
        </p:nvGraphicFramePr>
        <p:xfrm>
          <a:off x="474746" y="1146761"/>
          <a:ext cx="11254510" cy="477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395">
                  <a:extLst>
                    <a:ext uri="{9D8B030D-6E8A-4147-A177-3AD203B41FA5}">
                      <a16:colId xmlns:a16="http://schemas.microsoft.com/office/drawing/2014/main" val="1187767891"/>
                    </a:ext>
                  </a:extLst>
                </a:gridCol>
                <a:gridCol w="4216133">
                  <a:extLst>
                    <a:ext uri="{9D8B030D-6E8A-4147-A177-3AD203B41FA5}">
                      <a16:colId xmlns:a16="http://schemas.microsoft.com/office/drawing/2014/main" val="3047145188"/>
                    </a:ext>
                  </a:extLst>
                </a:gridCol>
                <a:gridCol w="1105840">
                  <a:extLst>
                    <a:ext uri="{9D8B030D-6E8A-4147-A177-3AD203B41FA5}">
                      <a16:colId xmlns:a16="http://schemas.microsoft.com/office/drawing/2014/main" val="2605384780"/>
                    </a:ext>
                  </a:extLst>
                </a:gridCol>
                <a:gridCol w="4830142">
                  <a:extLst>
                    <a:ext uri="{9D8B030D-6E8A-4147-A177-3AD203B41FA5}">
                      <a16:colId xmlns:a16="http://schemas.microsoft.com/office/drawing/2014/main" val="2189875000"/>
                    </a:ext>
                  </a:extLst>
                </a:gridCol>
              </a:tblGrid>
              <a:tr h="79584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400" b="0">
                          <a:solidFill>
                            <a:schemeClr val="bg1"/>
                          </a:solidFill>
                          <a:latin typeface="+mn-lt"/>
                        </a:rPr>
                        <a:t>01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600" b="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600" b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br>
                        <a:rPr lang="en-US" sz="1600" b="0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b="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6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600" b="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80000" marR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Zapf Dingbats"/>
                        <a:buChar char="✕"/>
                      </a:pPr>
                      <a:endParaRPr lang="en-US" sz="2400" b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519777"/>
                  </a:ext>
                </a:extLst>
              </a:tr>
              <a:tr h="79584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02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b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80000" marR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Zapf Dingbats"/>
                        <a:buChar char="✕"/>
                      </a:pPr>
                      <a:endParaRPr lang="en-US" sz="240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534416"/>
                  </a:ext>
                </a:extLst>
              </a:tr>
              <a:tr h="79584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03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b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80000" marR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Zapf Dingbats"/>
                        <a:buChar char="✕"/>
                      </a:pPr>
                      <a:endParaRPr lang="en-US" sz="240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78149"/>
                  </a:ext>
                </a:extLst>
              </a:tr>
              <a:tr h="79584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03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b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80000" marR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Zapf Dingbats"/>
                        <a:buChar char="✕"/>
                      </a:pPr>
                      <a:endParaRPr lang="en-US" sz="240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455200"/>
                  </a:ext>
                </a:extLst>
              </a:tr>
              <a:tr h="79584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05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b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80000" marR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Zapf Dingbats"/>
                        <a:buChar char="✕"/>
                      </a:pPr>
                      <a:endParaRPr lang="en-US" sz="240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971630"/>
                  </a:ext>
                </a:extLst>
              </a:tr>
              <a:tr h="795845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+mn-lt"/>
                        </a:rPr>
                        <a:t>06</a:t>
                      </a:r>
                    </a:p>
                  </a:txBody>
                  <a:tcPr marL="144000" marR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b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consectetuer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err="1">
                          <a:solidFill>
                            <a:schemeClr val="bg1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80000" marR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Zapf Dingbats"/>
                        <a:buChar char="✕"/>
                      </a:pPr>
                      <a:endParaRPr lang="en-US" sz="240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Lorem ipsum odor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4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037296"/>
                  </a:ext>
                </a:extLst>
              </a:tr>
            </a:tbl>
          </a:graphicData>
        </a:graphic>
      </p:graphicFrame>
      <p:sp>
        <p:nvSpPr>
          <p:cNvPr id="7" name="Triangle 6">
            <a:extLst>
              <a:ext uri="{FF2B5EF4-FFF2-40B4-BE49-F238E27FC236}">
                <a16:creationId xmlns:a16="http://schemas.microsoft.com/office/drawing/2014/main" id="{3450219C-0BF5-0B4C-4CB0-61F5158CFB66}"/>
              </a:ext>
            </a:extLst>
          </p:cNvPr>
          <p:cNvSpPr/>
          <p:nvPr/>
        </p:nvSpPr>
        <p:spPr>
          <a:xfrm rot="5400000">
            <a:off x="5608424" y="1322620"/>
            <a:ext cx="783772" cy="4463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DD38AF53-8622-BD9C-C46B-31927AD0B684}"/>
              </a:ext>
            </a:extLst>
          </p:cNvPr>
          <p:cNvSpPr/>
          <p:nvPr/>
        </p:nvSpPr>
        <p:spPr>
          <a:xfrm rot="5400000">
            <a:off x="5608424" y="2119471"/>
            <a:ext cx="783772" cy="4463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7DA77480-7AC7-798C-C6B3-421A803860E6}"/>
              </a:ext>
            </a:extLst>
          </p:cNvPr>
          <p:cNvSpPr/>
          <p:nvPr/>
        </p:nvSpPr>
        <p:spPr>
          <a:xfrm rot="5400000">
            <a:off x="5608424" y="2919248"/>
            <a:ext cx="783772" cy="4463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C553B943-E6F5-D466-FE35-A930CD887AA5}"/>
              </a:ext>
            </a:extLst>
          </p:cNvPr>
          <p:cNvSpPr/>
          <p:nvPr/>
        </p:nvSpPr>
        <p:spPr>
          <a:xfrm rot="5400000">
            <a:off x="5608424" y="3716099"/>
            <a:ext cx="783772" cy="4463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8FDE29DE-7727-A0E0-65AA-E1C93EF74B1A}"/>
              </a:ext>
            </a:extLst>
          </p:cNvPr>
          <p:cNvSpPr/>
          <p:nvPr/>
        </p:nvSpPr>
        <p:spPr>
          <a:xfrm rot="5400000">
            <a:off x="5608424" y="4506847"/>
            <a:ext cx="783772" cy="4463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C071C1A8-5C6E-376A-DD9A-3E15CFF2815F}"/>
              </a:ext>
            </a:extLst>
          </p:cNvPr>
          <p:cNvSpPr/>
          <p:nvPr/>
        </p:nvSpPr>
        <p:spPr>
          <a:xfrm rot="5400000">
            <a:off x="5608424" y="5303698"/>
            <a:ext cx="783772" cy="4463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645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D1EC34-C006-BA3B-A479-3B26E9A3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24282245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78BC289A-3B67-48F3-761F-B29AD1F7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013A0-A0C7-704F-E406-C6F4D7E6199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Global support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9FFDF2-86D4-4C96-9BBC-819BC11C3EF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 anchor="t"/>
          <a:lstStyle/>
          <a:p>
            <a:r>
              <a:rPr lang="en-US" sz="5400"/>
              <a:t>24/7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DF5AA7-A83D-534A-C3B1-FADEB00F6FE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Provider connections worldwide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5B02D4-7972-262E-7121-90D34E4DB89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 anchor="t"/>
          <a:lstStyle/>
          <a:p>
            <a:r>
              <a:rPr lang="en-US" sz="5400"/>
              <a:t>25k+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765610-CCA2-6A90-66D4-5699C39A632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Healthcare focused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F3AEE-4F19-A197-2598-951758112DC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 anchor="t"/>
          <a:lstStyle/>
          <a:p>
            <a:r>
              <a:rPr lang="en-US" sz="5400"/>
              <a:t>100%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B0115F-813C-6BE3-5F15-9A79E8CAA26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Customers through </a:t>
            </a:r>
            <a:br>
              <a:rPr lang="en-US"/>
            </a:br>
            <a:r>
              <a:rPr lang="en-US"/>
              <a:t>OEM partners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6BDB1D-B8AB-3901-9908-0B909D90840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 anchor="t"/>
          <a:lstStyle/>
          <a:p>
            <a:r>
              <a:rPr lang="en-US" sz="5400"/>
              <a:t>&gt;7K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69EB605-B337-7FFA-32D4-C60661170E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Countries around the world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D0E66F-244C-52E5-8843-F568FF60B3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anchor="t"/>
          <a:lstStyle/>
          <a:p>
            <a:r>
              <a:rPr lang="en-US" sz="5400"/>
              <a:t>31+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6FE499-C9BA-86D2-B1B5-3F339639673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Years of healthcare integration experience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43C4066-B7C6-6699-2439-DDDBFBE52FB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 anchor="t"/>
          <a:lstStyle/>
          <a:p>
            <a:r>
              <a:rPr lang="en-US" sz="5400"/>
              <a:t>40+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7CD7444-EC31-B0E9-CA34-58B368A6AEE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Customers worldwide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B36C76D-639C-42D9-43D4-01098A59847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 anchor="t"/>
          <a:lstStyle/>
          <a:p>
            <a:r>
              <a:rPr lang="en-US" sz="5400"/>
              <a:t>&gt;1.7K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7FEDA41-C977-96CA-1601-78ED85E1FE3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Years best in KLAS for integration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19FD9EE-36FC-5672-1DF0-52C3C9011AA1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 anchor="t"/>
          <a:lstStyle/>
          <a:p>
            <a:r>
              <a:rPr lang="en-US" sz="5400"/>
              <a:t>17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26187C-CE12-C811-275E-AC03B2EA4E81}"/>
              </a:ext>
            </a:extLst>
          </p:cNvPr>
          <p:cNvSpPr txBox="1"/>
          <p:nvPr/>
        </p:nvSpPr>
        <p:spPr>
          <a:xfrm>
            <a:off x="872455" y="360726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A3AF27-2B1F-DAE9-9167-EFC738329FB8}"/>
              </a:ext>
            </a:extLst>
          </p:cNvPr>
          <p:cNvSpPr txBox="1"/>
          <p:nvPr/>
        </p:nvSpPr>
        <p:spPr>
          <a:xfrm>
            <a:off x="1812022" y="7885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C43BFD-EDFC-8532-1737-76DCEC6D7F19}"/>
              </a:ext>
            </a:extLst>
          </p:cNvPr>
          <p:cNvSpPr txBox="1"/>
          <p:nvPr/>
        </p:nvSpPr>
        <p:spPr>
          <a:xfrm>
            <a:off x="1157681" y="83889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2E7257-B42E-46AC-F406-E172D2DCBC92}"/>
              </a:ext>
            </a:extLst>
          </p:cNvPr>
          <p:cNvSpPr/>
          <p:nvPr/>
        </p:nvSpPr>
        <p:spPr>
          <a:xfrm>
            <a:off x="598317" y="509302"/>
            <a:ext cx="333207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3D28DB-2FEA-9946-D99D-E8190C30CB3D}"/>
              </a:ext>
            </a:extLst>
          </p:cNvPr>
          <p:cNvSpPr txBox="1"/>
          <p:nvPr/>
        </p:nvSpPr>
        <p:spPr>
          <a:xfrm>
            <a:off x="598317" y="629174"/>
            <a:ext cx="2505610" cy="3510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  <a:buClr>
                <a:schemeClr val="accent1"/>
              </a:buClr>
            </a:pPr>
            <a:r>
              <a:rPr lang="en-US" sz="1600">
                <a:latin typeface="IBM Plex Mono Medium" panose="020B0609050203000203" pitchFamily="49" charset="0"/>
              </a:rPr>
              <a:t>BY THE NUMBERS</a:t>
            </a:r>
          </a:p>
        </p:txBody>
      </p:sp>
    </p:spTree>
    <p:extLst>
      <p:ext uri="{BB962C8B-B14F-4D97-AF65-F5344CB8AC3E}">
        <p14:creationId xmlns:p14="http://schemas.microsoft.com/office/powerpoint/2010/main" val="3042043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04DD25CD-E604-809A-4263-1F0D0C4C895C}"/>
              </a:ext>
            </a:extLst>
          </p:cNvPr>
          <p:cNvSpPr/>
          <p:nvPr/>
        </p:nvSpPr>
        <p:spPr>
          <a:xfrm>
            <a:off x="9805403" y="2831395"/>
            <a:ext cx="1115735" cy="11157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15992F-4043-CB37-7695-244A89A72174}"/>
              </a:ext>
            </a:extLst>
          </p:cNvPr>
          <p:cNvSpPr/>
          <p:nvPr/>
        </p:nvSpPr>
        <p:spPr>
          <a:xfrm>
            <a:off x="6972181" y="2858801"/>
            <a:ext cx="1115735" cy="11157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62F34E-1EE5-1BBE-034F-67C7D14903E7}"/>
              </a:ext>
            </a:extLst>
          </p:cNvPr>
          <p:cNvSpPr/>
          <p:nvPr/>
        </p:nvSpPr>
        <p:spPr>
          <a:xfrm>
            <a:off x="4138959" y="2846840"/>
            <a:ext cx="1115735" cy="11157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0CC91-4ECB-8802-BA29-DBDE1A3E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83BB6-296F-E61C-C568-681F15B10E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EFC819-23FA-4320-8A20-182DB747815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890C9F-2C41-80F8-DEF8-3BACA09F2AE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F8D77D-E14F-B718-EBC8-FFB6AF34946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BF355E3-49C6-B57E-97CC-00DA680B799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95C79A-9350-697D-C6A5-127B48CF82C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8B1EE16-1F77-C056-02D6-377D702F555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3682E72-06EE-5183-F7CC-516C9AC9571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BAAAA10-3F9E-7081-DE3C-43B4260679BB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BF14A1DF-9404-F951-FD67-A61FF74789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9072" y="3043345"/>
            <a:ext cx="608400" cy="692900"/>
          </a:xfrm>
          <a:prstGeom prst="rect">
            <a:avLst/>
          </a:prstGeom>
        </p:spPr>
      </p:pic>
      <p:pic>
        <p:nvPicPr>
          <p:cNvPr id="16" name="Picture 15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CC59B88E-C01C-9193-3FB1-2146707A0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2627" y="3043345"/>
            <a:ext cx="608400" cy="692900"/>
          </a:xfrm>
          <a:prstGeom prst="rect">
            <a:avLst/>
          </a:prstGeom>
        </p:spPr>
      </p:pic>
      <p:pic>
        <p:nvPicPr>
          <p:cNvPr id="17" name="Picture 16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79AC3373-BDA5-5D8C-22FC-D26E7B193C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5849" y="3043345"/>
            <a:ext cx="608400" cy="6929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AD773D2-1F0A-8E88-5AB8-FDEB379830B3}"/>
              </a:ext>
            </a:extLst>
          </p:cNvPr>
          <p:cNvSpPr/>
          <p:nvPr/>
        </p:nvSpPr>
        <p:spPr>
          <a:xfrm>
            <a:off x="1305737" y="2846841"/>
            <a:ext cx="1115735" cy="11157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556AB530-5A84-A98C-2169-1BBCBF3887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9405" y="3043345"/>
            <a:ext cx="608400" cy="6929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5AD332A-A306-FEEC-BE97-42AE7C236F05}"/>
              </a:ext>
            </a:extLst>
          </p:cNvPr>
          <p:cNvSpPr/>
          <p:nvPr/>
        </p:nvSpPr>
        <p:spPr>
          <a:xfrm>
            <a:off x="484740" y="482137"/>
            <a:ext cx="333207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C40162-B651-A412-9D88-E52DE6B6B540}"/>
              </a:ext>
            </a:extLst>
          </p:cNvPr>
          <p:cNvSpPr txBox="1"/>
          <p:nvPr/>
        </p:nvSpPr>
        <p:spPr>
          <a:xfrm>
            <a:off x="484740" y="602009"/>
            <a:ext cx="2505610" cy="3510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  <a:buClr>
                <a:schemeClr val="accent1"/>
              </a:buClr>
            </a:pPr>
            <a:r>
              <a:rPr lang="en-US" sz="1600">
                <a:latin typeface="IBM Plex Mono Medium" panose="020B0609050203000203" pitchFamily="49" charset="0"/>
              </a:rPr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231595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889C-5526-176A-0D2B-5B88CC01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F40A25-12E2-63A3-2BE6-56C1D780F80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69AE65-00C5-3C56-E306-679920BC284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</a:rPr>
              <a:t>Lorem ipsum odor </a:t>
            </a:r>
            <a:r>
              <a:rPr lang="en-US" sz="1100" err="1">
                <a:solidFill>
                  <a:schemeClr val="tx1"/>
                </a:solidFill>
              </a:rPr>
              <a:t>amet</a:t>
            </a:r>
            <a:r>
              <a:rPr lang="en-US" sz="1100">
                <a:solidFill>
                  <a:schemeClr val="tx1"/>
                </a:solidFill>
              </a:rPr>
              <a:t>, </a:t>
            </a:r>
            <a:r>
              <a:rPr lang="en-US" sz="1100" err="1">
                <a:solidFill>
                  <a:schemeClr val="tx1"/>
                </a:solidFill>
              </a:rPr>
              <a:t>consectetuer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adipiscing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elit</a:t>
            </a:r>
            <a:r>
              <a:rPr lang="en-US" sz="1100">
                <a:solidFill>
                  <a:schemeClr val="tx1"/>
                </a:solidFill>
              </a:rPr>
              <a:t>. </a:t>
            </a:r>
            <a:r>
              <a:rPr lang="en-US" sz="1100" err="1">
                <a:solidFill>
                  <a:schemeClr val="tx1"/>
                </a:solidFill>
              </a:rPr>
              <a:t>Urna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justo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aenean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aliquet</a:t>
            </a:r>
            <a:r>
              <a:rPr lang="en-US" sz="1100">
                <a:solidFill>
                  <a:schemeClr val="tx1"/>
                </a:solidFill>
              </a:rPr>
              <a:t> in </a:t>
            </a:r>
            <a:r>
              <a:rPr lang="en-US" sz="1100" err="1">
                <a:solidFill>
                  <a:schemeClr val="tx1"/>
                </a:solidFill>
              </a:rPr>
              <a:t>eleifend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venenatis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dapibus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montes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natoque</a:t>
            </a:r>
            <a:r>
              <a:rPr lang="en-US" sz="1100">
                <a:solidFill>
                  <a:schemeClr val="tx1"/>
                </a:solidFill>
              </a:rPr>
              <a:t> in </a:t>
            </a:r>
            <a:r>
              <a:rPr lang="en-US" sz="1100" err="1">
                <a:solidFill>
                  <a:schemeClr val="tx1"/>
                </a:solidFill>
              </a:rPr>
              <a:t>venenatis</a:t>
            </a:r>
            <a:r>
              <a:rPr lang="en-US" sz="11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6431EF-6A3C-CE15-7C71-826A364B3C6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</a:rPr>
              <a:t>Lorem ipsum odor </a:t>
            </a:r>
            <a:r>
              <a:rPr lang="en-US" sz="1100" err="1">
                <a:solidFill>
                  <a:schemeClr val="tx1"/>
                </a:solidFill>
              </a:rPr>
              <a:t>amet</a:t>
            </a:r>
            <a:r>
              <a:rPr lang="en-US" sz="1100">
                <a:solidFill>
                  <a:schemeClr val="tx1"/>
                </a:solidFill>
              </a:rPr>
              <a:t>, </a:t>
            </a:r>
            <a:r>
              <a:rPr lang="en-US" sz="1100" err="1">
                <a:solidFill>
                  <a:schemeClr val="tx1"/>
                </a:solidFill>
              </a:rPr>
              <a:t>consectetuer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adipiscing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elit</a:t>
            </a:r>
            <a:r>
              <a:rPr lang="en-US" sz="1100">
                <a:solidFill>
                  <a:schemeClr val="tx1"/>
                </a:solidFill>
              </a:rPr>
              <a:t>. </a:t>
            </a:r>
            <a:r>
              <a:rPr lang="en-US" sz="1100" err="1">
                <a:solidFill>
                  <a:schemeClr val="tx1"/>
                </a:solidFill>
              </a:rPr>
              <a:t>Urna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justo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aenean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aliquet</a:t>
            </a:r>
            <a:r>
              <a:rPr lang="en-US" sz="1100">
                <a:solidFill>
                  <a:schemeClr val="tx1"/>
                </a:solidFill>
              </a:rPr>
              <a:t> in </a:t>
            </a:r>
            <a:r>
              <a:rPr lang="en-US" sz="1100" err="1">
                <a:solidFill>
                  <a:schemeClr val="tx1"/>
                </a:solidFill>
              </a:rPr>
              <a:t>eleifend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venenatis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dapibus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montes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natoque</a:t>
            </a:r>
            <a:r>
              <a:rPr lang="en-US" sz="1100">
                <a:solidFill>
                  <a:schemeClr val="tx1"/>
                </a:solidFill>
              </a:rPr>
              <a:t> in </a:t>
            </a:r>
            <a:r>
              <a:rPr lang="en-US" sz="1100" err="1">
                <a:solidFill>
                  <a:schemeClr val="tx1"/>
                </a:solidFill>
              </a:rPr>
              <a:t>venenatis</a:t>
            </a:r>
            <a:r>
              <a:rPr lang="en-US" sz="11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96F3CB-9DDC-36D5-AD0E-FC3B0A32941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</a:rPr>
              <a:t>Lorem ipsum odor </a:t>
            </a:r>
            <a:r>
              <a:rPr lang="en-US" sz="1100" err="1">
                <a:solidFill>
                  <a:schemeClr val="tx1"/>
                </a:solidFill>
              </a:rPr>
              <a:t>amet</a:t>
            </a:r>
            <a:r>
              <a:rPr lang="en-US" sz="1100">
                <a:solidFill>
                  <a:schemeClr val="tx1"/>
                </a:solidFill>
              </a:rPr>
              <a:t>, </a:t>
            </a:r>
            <a:r>
              <a:rPr lang="en-US" sz="1100" err="1">
                <a:solidFill>
                  <a:schemeClr val="tx1"/>
                </a:solidFill>
              </a:rPr>
              <a:t>consectetuer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adipiscing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elit</a:t>
            </a:r>
            <a:r>
              <a:rPr lang="en-US" sz="1100">
                <a:solidFill>
                  <a:schemeClr val="tx1"/>
                </a:solidFill>
              </a:rPr>
              <a:t>. </a:t>
            </a:r>
            <a:r>
              <a:rPr lang="en-US" sz="1100" err="1">
                <a:solidFill>
                  <a:schemeClr val="tx1"/>
                </a:solidFill>
              </a:rPr>
              <a:t>Urna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justo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aenean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aliquet</a:t>
            </a:r>
            <a:r>
              <a:rPr lang="en-US" sz="1100">
                <a:solidFill>
                  <a:schemeClr val="tx1"/>
                </a:solidFill>
              </a:rPr>
              <a:t> in </a:t>
            </a:r>
            <a:r>
              <a:rPr lang="en-US" sz="1100" err="1">
                <a:solidFill>
                  <a:schemeClr val="tx1"/>
                </a:solidFill>
              </a:rPr>
              <a:t>eleifend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venenatis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dapibus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montes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natoque</a:t>
            </a:r>
            <a:r>
              <a:rPr lang="en-US" sz="1100">
                <a:solidFill>
                  <a:schemeClr val="tx1"/>
                </a:solidFill>
              </a:rPr>
              <a:t> in </a:t>
            </a:r>
            <a:r>
              <a:rPr lang="en-US" sz="1100" err="1">
                <a:solidFill>
                  <a:schemeClr val="tx1"/>
                </a:solidFill>
              </a:rPr>
              <a:t>venenatis</a:t>
            </a:r>
            <a:r>
              <a:rPr lang="en-US" sz="11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F0E426-C1EE-FE62-0D47-BE9755661D9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</a:rPr>
              <a:t>Lorem ipsum odor </a:t>
            </a:r>
            <a:r>
              <a:rPr lang="en-US" sz="1100" err="1">
                <a:solidFill>
                  <a:schemeClr val="tx1"/>
                </a:solidFill>
              </a:rPr>
              <a:t>amet</a:t>
            </a:r>
            <a:r>
              <a:rPr lang="en-US" sz="1100">
                <a:solidFill>
                  <a:schemeClr val="tx1"/>
                </a:solidFill>
              </a:rPr>
              <a:t>, </a:t>
            </a:r>
            <a:r>
              <a:rPr lang="en-US" sz="1100" err="1">
                <a:solidFill>
                  <a:schemeClr val="tx1"/>
                </a:solidFill>
              </a:rPr>
              <a:t>consectetuer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adipiscing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elit</a:t>
            </a:r>
            <a:r>
              <a:rPr lang="en-US" sz="1100">
                <a:solidFill>
                  <a:schemeClr val="tx1"/>
                </a:solidFill>
              </a:rPr>
              <a:t>. </a:t>
            </a:r>
            <a:r>
              <a:rPr lang="en-US" sz="1100" err="1">
                <a:solidFill>
                  <a:schemeClr val="tx1"/>
                </a:solidFill>
              </a:rPr>
              <a:t>Urna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justo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aenean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aliquet</a:t>
            </a:r>
            <a:r>
              <a:rPr lang="en-US" sz="1100">
                <a:solidFill>
                  <a:schemeClr val="tx1"/>
                </a:solidFill>
              </a:rPr>
              <a:t> in </a:t>
            </a:r>
            <a:r>
              <a:rPr lang="en-US" sz="1100" err="1">
                <a:solidFill>
                  <a:schemeClr val="tx1"/>
                </a:solidFill>
              </a:rPr>
              <a:t>eleifend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venenatis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dapibus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montes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natoque</a:t>
            </a:r>
            <a:r>
              <a:rPr lang="en-US" sz="1100">
                <a:solidFill>
                  <a:schemeClr val="tx1"/>
                </a:solidFill>
              </a:rPr>
              <a:t> in </a:t>
            </a:r>
            <a:r>
              <a:rPr lang="en-US" sz="1100" err="1">
                <a:solidFill>
                  <a:schemeClr val="tx1"/>
                </a:solidFill>
              </a:rPr>
              <a:t>venenatis</a:t>
            </a:r>
            <a:r>
              <a:rPr lang="en-US" sz="11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FCEB96-FCD6-A23A-F6E6-553FDEBCD9A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3F0879-BFDF-A835-00D9-74E1E67CFA4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837937-8606-9F93-7677-51A6868BAF3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FF7AB0D-F7F1-9C12-6E59-A793E89546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6E6389D3-1B67-0426-D2C0-1BCE985A74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35" y="3563531"/>
            <a:ext cx="470509" cy="535857"/>
          </a:xfrm>
          <a:prstGeom prst="rect">
            <a:avLst/>
          </a:prstGeom>
          <a:ln>
            <a:noFill/>
          </a:ln>
        </p:spPr>
      </p:pic>
      <p:pic>
        <p:nvPicPr>
          <p:cNvPr id="16" name="Picture 15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93718F68-22D7-F86B-F848-4B3B0CEC94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35" y="876496"/>
            <a:ext cx="470509" cy="535857"/>
          </a:xfrm>
          <a:prstGeom prst="rect">
            <a:avLst/>
          </a:prstGeom>
          <a:ln>
            <a:noFill/>
          </a:ln>
        </p:spPr>
      </p:pic>
      <p:pic>
        <p:nvPicPr>
          <p:cNvPr id="17" name="Picture 16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5992C3E8-1882-B085-3885-51FE4DA160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1883" y="876496"/>
            <a:ext cx="470509" cy="535857"/>
          </a:xfrm>
          <a:prstGeom prst="rect">
            <a:avLst/>
          </a:prstGeom>
          <a:ln>
            <a:noFill/>
          </a:ln>
        </p:spPr>
      </p:pic>
      <p:pic>
        <p:nvPicPr>
          <p:cNvPr id="18" name="Picture 17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A64F5335-37BC-8E53-A9B3-23C75172FD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1883" y="3563531"/>
            <a:ext cx="470509" cy="535857"/>
          </a:xfrm>
          <a:prstGeom prst="rect">
            <a:avLst/>
          </a:prstGeom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700429-5FCD-7A2B-D99F-D14E82245E2B}"/>
              </a:ext>
            </a:extLst>
          </p:cNvPr>
          <p:cNvSpPr txBox="1"/>
          <p:nvPr/>
        </p:nvSpPr>
        <p:spPr>
          <a:xfrm>
            <a:off x="1812022" y="7885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BF12F0-E54C-FCF4-F776-2A5EE7F20725}"/>
              </a:ext>
            </a:extLst>
          </p:cNvPr>
          <p:cNvSpPr txBox="1"/>
          <p:nvPr/>
        </p:nvSpPr>
        <p:spPr>
          <a:xfrm>
            <a:off x="1157681" y="83889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30400" indent="-2304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A6B465-E262-57B6-E772-ADC0459F34ED}"/>
              </a:ext>
            </a:extLst>
          </p:cNvPr>
          <p:cNvSpPr/>
          <p:nvPr/>
        </p:nvSpPr>
        <p:spPr>
          <a:xfrm>
            <a:off x="598317" y="509302"/>
            <a:ext cx="333207" cy="45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E1D552-0C63-5AF1-0598-F4D5D04159C6}"/>
              </a:ext>
            </a:extLst>
          </p:cNvPr>
          <p:cNvSpPr txBox="1"/>
          <p:nvPr/>
        </p:nvSpPr>
        <p:spPr>
          <a:xfrm>
            <a:off x="598317" y="629174"/>
            <a:ext cx="2505610" cy="3510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  <a:buClr>
                <a:schemeClr val="accent1"/>
              </a:buClr>
            </a:pPr>
            <a:r>
              <a:rPr lang="en-US" sz="1600">
                <a:solidFill>
                  <a:schemeClr val="bg1"/>
                </a:solidFill>
                <a:latin typeface="IBM Plex Mono Medium" panose="020B0609050203000203" pitchFamily="49" charset="0"/>
              </a:rPr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19723068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09CDF2-F0FE-DD29-52C8-9079F82E7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612C83-AB3E-6821-AE84-E6941E5E756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133440-868A-922D-8247-6BA3B634541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marL="0" indent="0" algn="ctr">
              <a:buNone/>
            </a:pP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13A8147-43BB-6408-37CC-C84D7FBD81D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AD6D3A-1806-C2EA-B501-1199BA1F223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marL="0" indent="0" algn="ctr">
              <a:buNone/>
            </a:pP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66579D0-F454-754F-8BC2-0A285B688C9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386E99-FDD0-6DFA-33DB-93AEBCF550A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marL="0" indent="0" algn="ctr">
              <a:buNone/>
            </a:pP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E918ADE-12B4-ED00-AD9C-EA3A33E66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2006" y="3266973"/>
            <a:ext cx="1803748" cy="180374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C328FB5-F5BE-E22D-F200-091A6BC0D8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2830" y="3298641"/>
            <a:ext cx="1732767" cy="17327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E13F37B-4236-DDC2-50BE-CF37DC9D3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5106" y="3266973"/>
            <a:ext cx="1732767" cy="173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52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D81681-8DE0-114C-9CF0-5602A177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D789DD-A9AE-6062-5D9A-5C198CDE9917}"/>
              </a:ext>
            </a:extLst>
          </p:cNvPr>
          <p:cNvSpPr/>
          <p:nvPr/>
        </p:nvSpPr>
        <p:spPr>
          <a:xfrm>
            <a:off x="4964715" y="1777677"/>
            <a:ext cx="3142593" cy="4334481"/>
          </a:xfrm>
          <a:prstGeom prst="roundRect">
            <a:avLst>
              <a:gd name="adj" fmla="val 3411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184897" dist="38100" dir="2700000" algn="tl" rotWithShape="0">
              <a:prstClr val="black">
                <a:alpha val="15973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7E348A-151D-515D-6C53-91AEE6EE19B1}"/>
              </a:ext>
            </a:extLst>
          </p:cNvPr>
          <p:cNvSpPr/>
          <p:nvPr/>
        </p:nvSpPr>
        <p:spPr>
          <a:xfrm>
            <a:off x="9881078" y="3194744"/>
            <a:ext cx="1030013" cy="1030013"/>
          </a:xfrm>
          <a:prstGeom prst="roundRect">
            <a:avLst>
              <a:gd name="adj" fmla="val 9409"/>
            </a:avLst>
          </a:prstGeom>
          <a:solidFill>
            <a:schemeClr val="tx2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E858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1D103-5651-26FD-7DF0-F0B9FF6B9D50}"/>
              </a:ext>
            </a:extLst>
          </p:cNvPr>
          <p:cNvSpPr txBox="1"/>
          <p:nvPr/>
        </p:nvSpPr>
        <p:spPr>
          <a:xfrm>
            <a:off x="8728765" y="1284676"/>
            <a:ext cx="2798354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Lorem ipsum odor </a:t>
            </a:r>
            <a:r>
              <a:rPr kumimoji="0" lang="en-US" sz="14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amet</a:t>
            </a: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, </a:t>
            </a:r>
            <a:r>
              <a:rPr kumimoji="0" lang="en-US" sz="14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consectetuer</a:t>
            </a: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 </a:t>
            </a:r>
            <a:r>
              <a:rPr kumimoji="0" lang="en-US" sz="14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adipiscing</a:t>
            </a: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 </a:t>
            </a:r>
            <a:r>
              <a:rPr kumimoji="0" lang="en-US" sz="14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elit</a:t>
            </a: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0B825A-565C-A295-4078-09324430DDB9}"/>
              </a:ext>
            </a:extLst>
          </p:cNvPr>
          <p:cNvCxnSpPr>
            <a:cxnSpLocks/>
          </p:cNvCxnSpPr>
          <p:nvPr/>
        </p:nvCxnSpPr>
        <p:spPr>
          <a:xfrm>
            <a:off x="8309240" y="3719178"/>
            <a:ext cx="1509066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E58F6FED-BCA9-AAD1-F824-0DC340344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4350" y="3389983"/>
            <a:ext cx="639536" cy="639536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843262-E5B8-6A70-FEE5-42C96A51571C}"/>
              </a:ext>
            </a:extLst>
          </p:cNvPr>
          <p:cNvSpPr/>
          <p:nvPr/>
        </p:nvSpPr>
        <p:spPr>
          <a:xfrm>
            <a:off x="10256348" y="1946955"/>
            <a:ext cx="1071945" cy="311053"/>
          </a:xfrm>
          <a:prstGeom prst="roundRect">
            <a:avLst>
              <a:gd name="adj" fmla="val 940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E858C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F6BE0A-C66B-5CCC-7679-67301A33A543}"/>
              </a:ext>
            </a:extLst>
          </p:cNvPr>
          <p:cNvSpPr/>
          <p:nvPr/>
        </p:nvSpPr>
        <p:spPr>
          <a:xfrm>
            <a:off x="10256348" y="2293797"/>
            <a:ext cx="1071945" cy="311053"/>
          </a:xfrm>
          <a:prstGeom prst="roundRect">
            <a:avLst>
              <a:gd name="adj" fmla="val 940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E858C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F3DCB7-2CC0-9B23-A26C-ED7FFFCBB456}"/>
              </a:ext>
            </a:extLst>
          </p:cNvPr>
          <p:cNvSpPr/>
          <p:nvPr/>
        </p:nvSpPr>
        <p:spPr>
          <a:xfrm>
            <a:off x="10256348" y="4805768"/>
            <a:ext cx="1071945" cy="311053"/>
          </a:xfrm>
          <a:prstGeom prst="roundRect">
            <a:avLst>
              <a:gd name="adj" fmla="val 940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E858C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7E53569-ACCA-390E-B7A9-45BCA99BCBCB}"/>
              </a:ext>
            </a:extLst>
          </p:cNvPr>
          <p:cNvSpPr/>
          <p:nvPr/>
        </p:nvSpPr>
        <p:spPr>
          <a:xfrm>
            <a:off x="10256348" y="5152610"/>
            <a:ext cx="1071945" cy="311053"/>
          </a:xfrm>
          <a:prstGeom prst="roundRect">
            <a:avLst>
              <a:gd name="adj" fmla="val 940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E858C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E2CE32B-896C-2BDF-95B7-F4F66C337297}"/>
              </a:ext>
            </a:extLst>
          </p:cNvPr>
          <p:cNvSpPr/>
          <p:nvPr/>
        </p:nvSpPr>
        <p:spPr>
          <a:xfrm>
            <a:off x="2129920" y="2485540"/>
            <a:ext cx="1030013" cy="1030013"/>
          </a:xfrm>
          <a:prstGeom prst="roundRect">
            <a:avLst>
              <a:gd name="adj" fmla="val 9409"/>
            </a:avLst>
          </a:prstGeom>
          <a:solidFill>
            <a:schemeClr val="accent1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F5DB5D2-9068-CEFC-311D-71FDB06F87AF}"/>
              </a:ext>
            </a:extLst>
          </p:cNvPr>
          <p:cNvSpPr/>
          <p:nvPr/>
        </p:nvSpPr>
        <p:spPr>
          <a:xfrm>
            <a:off x="2129920" y="4251279"/>
            <a:ext cx="1030013" cy="1030013"/>
          </a:xfrm>
          <a:prstGeom prst="roundRect">
            <a:avLst>
              <a:gd name="adj" fmla="val 9409"/>
            </a:avLst>
          </a:prstGeom>
          <a:solidFill>
            <a:schemeClr val="accent1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D68247F-F6A0-B6C6-AA68-C23C70ADA13E}"/>
              </a:ext>
            </a:extLst>
          </p:cNvPr>
          <p:cNvSpPr/>
          <p:nvPr/>
        </p:nvSpPr>
        <p:spPr>
          <a:xfrm>
            <a:off x="879189" y="1728795"/>
            <a:ext cx="1030013" cy="1030013"/>
          </a:xfrm>
          <a:prstGeom prst="roundRect">
            <a:avLst>
              <a:gd name="adj" fmla="val 9409"/>
            </a:avLst>
          </a:prstGeom>
          <a:solidFill>
            <a:schemeClr val="accent1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5E3B57D-F86F-BB4D-12CA-13E91E96A718}"/>
              </a:ext>
            </a:extLst>
          </p:cNvPr>
          <p:cNvSpPr/>
          <p:nvPr/>
        </p:nvSpPr>
        <p:spPr>
          <a:xfrm>
            <a:off x="879189" y="3389983"/>
            <a:ext cx="1030013" cy="1030013"/>
          </a:xfrm>
          <a:prstGeom prst="roundRect">
            <a:avLst>
              <a:gd name="adj" fmla="val 9409"/>
            </a:avLst>
          </a:prstGeom>
          <a:solidFill>
            <a:schemeClr val="accent1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F83A873-E96C-369D-7273-0B969C786CCE}"/>
              </a:ext>
            </a:extLst>
          </p:cNvPr>
          <p:cNvSpPr/>
          <p:nvPr/>
        </p:nvSpPr>
        <p:spPr>
          <a:xfrm>
            <a:off x="879189" y="5082148"/>
            <a:ext cx="1030013" cy="1030013"/>
          </a:xfrm>
          <a:prstGeom prst="roundRect">
            <a:avLst>
              <a:gd name="adj" fmla="val 9409"/>
            </a:avLst>
          </a:prstGeom>
          <a:solidFill>
            <a:schemeClr val="accent1"/>
          </a:solidFill>
          <a:ln>
            <a:noFill/>
          </a:ln>
          <a:effectLst>
            <a:outerShdw blurRad="216979" dist="38100" dir="2700000" sx="99857" sy="99857" algn="tl" rotWithShape="0">
              <a:prstClr val="black">
                <a:alpha val="29919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A30DFB-C805-E648-0AC6-D5363CCEA767}"/>
              </a:ext>
            </a:extLst>
          </p:cNvPr>
          <p:cNvCxnSpPr>
            <a:cxnSpLocks/>
          </p:cNvCxnSpPr>
          <p:nvPr/>
        </p:nvCxnSpPr>
        <p:spPr>
          <a:xfrm flipV="1">
            <a:off x="9881078" y="2112579"/>
            <a:ext cx="252538" cy="1035670"/>
          </a:xfrm>
          <a:prstGeom prst="straightConnector1">
            <a:avLst/>
          </a:prstGeom>
          <a:ln w="12700">
            <a:solidFill>
              <a:schemeClr val="accent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AE1AF9-1343-DDB2-1914-BB7AA1E80EA9}"/>
              </a:ext>
            </a:extLst>
          </p:cNvPr>
          <p:cNvCxnSpPr>
            <a:cxnSpLocks/>
          </p:cNvCxnSpPr>
          <p:nvPr/>
        </p:nvCxnSpPr>
        <p:spPr>
          <a:xfrm flipV="1">
            <a:off x="10037381" y="2419056"/>
            <a:ext cx="181123" cy="729193"/>
          </a:xfrm>
          <a:prstGeom prst="straightConnector1">
            <a:avLst/>
          </a:prstGeom>
          <a:ln w="12700">
            <a:solidFill>
              <a:schemeClr val="accent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0363C4-923F-F774-A673-ABD384829803}"/>
              </a:ext>
            </a:extLst>
          </p:cNvPr>
          <p:cNvCxnSpPr>
            <a:cxnSpLocks/>
          </p:cNvCxnSpPr>
          <p:nvPr/>
        </p:nvCxnSpPr>
        <p:spPr>
          <a:xfrm flipH="1" flipV="1">
            <a:off x="9944575" y="4271252"/>
            <a:ext cx="192528" cy="1036884"/>
          </a:xfrm>
          <a:prstGeom prst="straightConnector1">
            <a:avLst/>
          </a:prstGeom>
          <a:ln w="12700">
            <a:solidFill>
              <a:schemeClr val="accent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6D835C-F99B-5528-9FCA-9E9F1F49D1C1}"/>
              </a:ext>
            </a:extLst>
          </p:cNvPr>
          <p:cNvCxnSpPr>
            <a:cxnSpLocks/>
          </p:cNvCxnSpPr>
          <p:nvPr/>
        </p:nvCxnSpPr>
        <p:spPr>
          <a:xfrm flipH="1" flipV="1">
            <a:off x="10081251" y="4271252"/>
            <a:ext cx="111705" cy="690042"/>
          </a:xfrm>
          <a:prstGeom prst="straightConnector1">
            <a:avLst/>
          </a:prstGeom>
          <a:ln w="12700">
            <a:solidFill>
              <a:schemeClr val="accent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5A82BC5-AA9D-1CED-93D1-978BD2CF7E28}"/>
              </a:ext>
            </a:extLst>
          </p:cNvPr>
          <p:cNvSpPr txBox="1"/>
          <p:nvPr/>
        </p:nvSpPr>
        <p:spPr>
          <a:xfrm>
            <a:off x="10246035" y="2017842"/>
            <a:ext cx="107194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A1BB9A-BF25-C025-D50C-0A4609D604B6}"/>
              </a:ext>
            </a:extLst>
          </p:cNvPr>
          <p:cNvSpPr txBox="1"/>
          <p:nvPr/>
        </p:nvSpPr>
        <p:spPr>
          <a:xfrm>
            <a:off x="10246035" y="2368971"/>
            <a:ext cx="107194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D25AC5-BBC0-8290-9BAD-E8C407EC6E36}"/>
              </a:ext>
            </a:extLst>
          </p:cNvPr>
          <p:cNvSpPr txBox="1"/>
          <p:nvPr/>
        </p:nvSpPr>
        <p:spPr>
          <a:xfrm>
            <a:off x="10246035" y="4892716"/>
            <a:ext cx="107194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A675B4-11E4-2F86-3628-A20B2C3B84B5}"/>
              </a:ext>
            </a:extLst>
          </p:cNvPr>
          <p:cNvSpPr txBox="1"/>
          <p:nvPr/>
        </p:nvSpPr>
        <p:spPr>
          <a:xfrm>
            <a:off x="10246035" y="5243845"/>
            <a:ext cx="107194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CA2B71-F979-BF1A-1FD8-6D36B547329B}"/>
              </a:ext>
            </a:extLst>
          </p:cNvPr>
          <p:cNvSpPr txBox="1"/>
          <p:nvPr/>
        </p:nvSpPr>
        <p:spPr>
          <a:xfrm>
            <a:off x="8555049" y="3949055"/>
            <a:ext cx="1071946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 odor </a:t>
            </a:r>
            <a:r>
              <a:rPr kumimoji="0" lang="en-US" sz="11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amet</a:t>
            </a:r>
            <a:endParaRPr kumimoji="0" lang="en-US" sz="1100" u="none" strike="noStrike" kern="1200" cap="none" spc="0" normalizeH="0" baseline="0" noProof="0">
              <a:ln>
                <a:noFill/>
              </a:ln>
              <a:solidFill>
                <a:srgbClr val="7E858C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C8E929-EFD7-6E0D-7482-029FF73EAD92}"/>
              </a:ext>
            </a:extLst>
          </p:cNvPr>
          <p:cNvCxnSpPr>
            <a:cxnSpLocks/>
          </p:cNvCxnSpPr>
          <p:nvPr/>
        </p:nvCxnSpPr>
        <p:spPr>
          <a:xfrm>
            <a:off x="2087603" y="2132606"/>
            <a:ext cx="1114646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D72CC7F0-4E6D-0593-34A0-C165CE156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8548" y="1812838"/>
            <a:ext cx="639536" cy="639536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DDDEAD-D282-3713-9277-7FB31A704A9F}"/>
              </a:ext>
            </a:extLst>
          </p:cNvPr>
          <p:cNvCxnSpPr>
            <a:cxnSpLocks/>
          </p:cNvCxnSpPr>
          <p:nvPr/>
        </p:nvCxnSpPr>
        <p:spPr>
          <a:xfrm>
            <a:off x="2087603" y="3947848"/>
            <a:ext cx="1114646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4C49DE-4A5A-C4B9-B4EE-CAEEC0F957A9}"/>
              </a:ext>
            </a:extLst>
          </p:cNvPr>
          <p:cNvCxnSpPr>
            <a:cxnSpLocks/>
          </p:cNvCxnSpPr>
          <p:nvPr/>
        </p:nvCxnSpPr>
        <p:spPr>
          <a:xfrm>
            <a:off x="2087603" y="5687793"/>
            <a:ext cx="1114646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08ECC18A-4F0F-6021-1FB2-4F8765BA40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8548" y="3620765"/>
            <a:ext cx="639536" cy="639536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9BCD4746-53DA-730E-443B-8B462BF38A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8548" y="5368025"/>
            <a:ext cx="639536" cy="6395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27608BC-24A6-A22E-71F7-53BA734C8AF8}"/>
              </a:ext>
            </a:extLst>
          </p:cNvPr>
          <p:cNvSpPr txBox="1"/>
          <p:nvPr/>
        </p:nvSpPr>
        <p:spPr>
          <a:xfrm>
            <a:off x="2152343" y="1777678"/>
            <a:ext cx="1071946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31F933-B156-3126-9379-0B6D0B1C6739}"/>
              </a:ext>
            </a:extLst>
          </p:cNvPr>
          <p:cNvSpPr txBox="1"/>
          <p:nvPr/>
        </p:nvSpPr>
        <p:spPr>
          <a:xfrm>
            <a:off x="2152343" y="2289742"/>
            <a:ext cx="1071946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87DBBA-F167-145E-F75D-10DED041BE4C}"/>
              </a:ext>
            </a:extLst>
          </p:cNvPr>
          <p:cNvSpPr txBox="1"/>
          <p:nvPr/>
        </p:nvSpPr>
        <p:spPr>
          <a:xfrm>
            <a:off x="2152343" y="3629495"/>
            <a:ext cx="1071946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447A30-48DA-5829-CAAA-0A4C5DC837BF}"/>
              </a:ext>
            </a:extLst>
          </p:cNvPr>
          <p:cNvSpPr txBox="1"/>
          <p:nvPr/>
        </p:nvSpPr>
        <p:spPr>
          <a:xfrm>
            <a:off x="2152343" y="5347495"/>
            <a:ext cx="1071946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AF4C73-515E-11E5-F26B-2B6D2D8070AC}"/>
              </a:ext>
            </a:extLst>
          </p:cNvPr>
          <p:cNvSpPr txBox="1"/>
          <p:nvPr/>
        </p:nvSpPr>
        <p:spPr>
          <a:xfrm>
            <a:off x="2152343" y="5859559"/>
            <a:ext cx="1071946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AD253A-A61A-9BD9-760B-5C03F7FD3DEE}"/>
              </a:ext>
            </a:extLst>
          </p:cNvPr>
          <p:cNvSpPr txBox="1"/>
          <p:nvPr/>
        </p:nvSpPr>
        <p:spPr>
          <a:xfrm>
            <a:off x="313669" y="1300135"/>
            <a:ext cx="4719188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Lorem ipsum odor </a:t>
            </a:r>
            <a:r>
              <a:rPr kumimoji="0" lang="en-US" sz="14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amet</a:t>
            </a:r>
            <a:r>
              <a:rPr lang="en-US" sz="1400">
                <a:solidFill>
                  <a:srgbClr val="7E858C"/>
                </a:solidFill>
                <a:latin typeface="Poppins Light" pitchFamily="2" charset="77"/>
                <a:cs typeface="Poppins Light" pitchFamily="2" charset="77"/>
              </a:rPr>
              <a:t>.</a:t>
            </a:r>
            <a:endParaRPr kumimoji="0" lang="en-US" sz="1400" u="none" strike="noStrike" kern="1200" cap="none" spc="0" normalizeH="0" baseline="0" noProof="0">
              <a:ln>
                <a:noFill/>
              </a:ln>
              <a:solidFill>
                <a:srgbClr val="7E858C"/>
              </a:solidFill>
              <a:effectLst/>
              <a:uLnTx/>
              <a:uFillTx/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D81A1D-A589-D593-8076-C9272B041800}"/>
              </a:ext>
            </a:extLst>
          </p:cNvPr>
          <p:cNvSpPr txBox="1"/>
          <p:nvPr/>
        </p:nvSpPr>
        <p:spPr>
          <a:xfrm>
            <a:off x="2152343" y="3219799"/>
            <a:ext cx="100759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DC813E-5A03-0324-A9E2-C0EC1823AB60}"/>
              </a:ext>
            </a:extLst>
          </p:cNvPr>
          <p:cNvSpPr txBox="1"/>
          <p:nvPr/>
        </p:nvSpPr>
        <p:spPr>
          <a:xfrm>
            <a:off x="2152343" y="4872211"/>
            <a:ext cx="100759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B8023A-3216-2C8D-DA99-3E051030FFD9}"/>
              </a:ext>
            </a:extLst>
          </p:cNvPr>
          <p:cNvSpPr txBox="1"/>
          <p:nvPr/>
        </p:nvSpPr>
        <p:spPr>
          <a:xfrm>
            <a:off x="908759" y="5722842"/>
            <a:ext cx="100759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06A979-BEA5-81D4-C5A8-B625C21DFD4A}"/>
              </a:ext>
            </a:extLst>
          </p:cNvPr>
          <p:cNvSpPr txBox="1"/>
          <p:nvPr/>
        </p:nvSpPr>
        <p:spPr>
          <a:xfrm>
            <a:off x="908759" y="4029519"/>
            <a:ext cx="100759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094214-8E02-E6DB-7117-02BB6CED0089}"/>
              </a:ext>
            </a:extLst>
          </p:cNvPr>
          <p:cNvSpPr txBox="1"/>
          <p:nvPr/>
        </p:nvSpPr>
        <p:spPr>
          <a:xfrm>
            <a:off x="908759" y="2510225"/>
            <a:ext cx="100759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D2FBDE-FE22-336B-4FD5-1AF9612D282B}"/>
              </a:ext>
            </a:extLst>
          </p:cNvPr>
          <p:cNvSpPr txBox="1"/>
          <p:nvPr/>
        </p:nvSpPr>
        <p:spPr>
          <a:xfrm>
            <a:off x="3561594" y="1955342"/>
            <a:ext cx="100759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 odor </a:t>
            </a:r>
            <a:r>
              <a:rPr kumimoji="0" lang="en-US" sz="10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amet</a:t>
            </a:r>
            <a:endParaRPr kumimoji="0" lang="en-US" sz="1000" u="none" strike="noStrike" kern="1200" cap="none" spc="0" normalizeH="0" baseline="0" noProof="0">
              <a:ln>
                <a:noFill/>
              </a:ln>
              <a:solidFill>
                <a:srgbClr val="7E858C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9D7A070-D4EF-6929-EA77-A4AF261B541B}"/>
              </a:ext>
            </a:extLst>
          </p:cNvPr>
          <p:cNvCxnSpPr>
            <a:cxnSpLocks/>
          </p:cNvCxnSpPr>
          <p:nvPr/>
        </p:nvCxnSpPr>
        <p:spPr>
          <a:xfrm>
            <a:off x="3616408" y="3429000"/>
            <a:ext cx="897961" cy="0"/>
          </a:xfrm>
          <a:prstGeom prst="straightConnector1">
            <a:avLst/>
          </a:prstGeom>
          <a:ln w="12700">
            <a:solidFill>
              <a:schemeClr val="accent1"/>
            </a:solidFill>
            <a:headEnd type="none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539F255-D499-FDE8-ABF8-3F2126C7CFD5}"/>
              </a:ext>
            </a:extLst>
          </p:cNvPr>
          <p:cNvCxnSpPr>
            <a:cxnSpLocks/>
          </p:cNvCxnSpPr>
          <p:nvPr/>
        </p:nvCxnSpPr>
        <p:spPr>
          <a:xfrm>
            <a:off x="3616408" y="4430652"/>
            <a:ext cx="897961" cy="0"/>
          </a:xfrm>
          <a:prstGeom prst="straightConnector1">
            <a:avLst/>
          </a:prstGeom>
          <a:ln w="12700">
            <a:solidFill>
              <a:schemeClr val="accent1"/>
            </a:solidFill>
            <a:headEnd type="triangle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E9A2438-AF57-E409-A4D7-050FCC21BFA0}"/>
              </a:ext>
            </a:extLst>
          </p:cNvPr>
          <p:cNvSpPr txBox="1"/>
          <p:nvPr/>
        </p:nvSpPr>
        <p:spPr>
          <a:xfrm>
            <a:off x="3561594" y="5533904"/>
            <a:ext cx="100759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 odor </a:t>
            </a:r>
            <a:r>
              <a:rPr kumimoji="0" lang="en-US" sz="10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amet</a:t>
            </a:r>
            <a:endParaRPr kumimoji="0" lang="en-US" sz="1000" u="none" strike="noStrike" kern="1200" cap="none" spc="0" normalizeH="0" baseline="0" noProof="0">
              <a:ln>
                <a:noFill/>
              </a:ln>
              <a:solidFill>
                <a:srgbClr val="7E858C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85AD3F-B3E6-E5F1-7B52-F92256FA6FC2}"/>
              </a:ext>
            </a:extLst>
          </p:cNvPr>
          <p:cNvSpPr txBox="1"/>
          <p:nvPr/>
        </p:nvSpPr>
        <p:spPr>
          <a:xfrm>
            <a:off x="3561594" y="3216078"/>
            <a:ext cx="100759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E4E0E8-EE55-EE28-CC76-37F0B07ED12E}"/>
              </a:ext>
            </a:extLst>
          </p:cNvPr>
          <p:cNvSpPr txBox="1"/>
          <p:nvPr/>
        </p:nvSpPr>
        <p:spPr>
          <a:xfrm>
            <a:off x="3561594" y="4548722"/>
            <a:ext cx="100759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 odor </a:t>
            </a:r>
            <a:r>
              <a:rPr kumimoji="0" lang="en-US" sz="1000" u="none" strike="noStrike" kern="1200" cap="none" spc="0" normalizeH="0" baseline="0" noProof="0" err="1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amet</a:t>
            </a:r>
            <a:endParaRPr kumimoji="0" lang="en-US" sz="1000" u="none" strike="noStrike" kern="1200" cap="none" spc="0" normalizeH="0" baseline="0" noProof="0">
              <a:ln>
                <a:noFill/>
              </a:ln>
              <a:solidFill>
                <a:srgbClr val="7E858C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0699AA-4C3E-C3D5-5EE0-823697AA5A64}"/>
              </a:ext>
            </a:extLst>
          </p:cNvPr>
          <p:cNvSpPr txBox="1"/>
          <p:nvPr/>
        </p:nvSpPr>
        <p:spPr>
          <a:xfrm>
            <a:off x="9889452" y="3883773"/>
            <a:ext cx="100759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algn="ctr" defTabSz="9144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>
                <a:ln>
                  <a:noFill/>
                </a:ln>
                <a:solidFill>
                  <a:srgbClr val="7E858C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Lorem ipsum</a:t>
            </a:r>
          </a:p>
        </p:txBody>
      </p:sp>
      <p:pic>
        <p:nvPicPr>
          <p:cNvPr id="56" name="Picture 55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0B242237-2291-0C9B-3EF5-FA53D045E3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6747" y="3473533"/>
            <a:ext cx="429417" cy="489058"/>
          </a:xfrm>
          <a:prstGeom prst="rect">
            <a:avLst/>
          </a:prstGeom>
        </p:spPr>
      </p:pic>
      <p:pic>
        <p:nvPicPr>
          <p:cNvPr id="57" name="Picture 56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8BBA483E-B4BB-3F32-95F7-7330D7403A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6747" y="1844824"/>
            <a:ext cx="429417" cy="489058"/>
          </a:xfrm>
          <a:prstGeom prst="rect">
            <a:avLst/>
          </a:prstGeom>
        </p:spPr>
      </p:pic>
      <p:pic>
        <p:nvPicPr>
          <p:cNvPr id="58" name="Picture 57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7B7537AE-2409-DA8C-AF59-124E1A53BC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6747" y="5188996"/>
            <a:ext cx="429417" cy="489058"/>
          </a:xfrm>
          <a:prstGeom prst="rect">
            <a:avLst/>
          </a:prstGeom>
        </p:spPr>
      </p:pic>
      <p:pic>
        <p:nvPicPr>
          <p:cNvPr id="59" name="Picture 58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2349410E-CEF9-D1E3-A7B6-40E438D87B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3592" y="4340802"/>
            <a:ext cx="429417" cy="489058"/>
          </a:xfrm>
          <a:prstGeom prst="rect">
            <a:avLst/>
          </a:prstGeom>
        </p:spPr>
      </p:pic>
      <p:pic>
        <p:nvPicPr>
          <p:cNvPr id="60" name="Picture 59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91123C24-0EFF-8940-902D-8D38674317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3592" y="2636912"/>
            <a:ext cx="429417" cy="489058"/>
          </a:xfrm>
          <a:prstGeom prst="rect">
            <a:avLst/>
          </a:prstGeom>
        </p:spPr>
      </p:pic>
      <p:pic>
        <p:nvPicPr>
          <p:cNvPr id="61" name="Picture 60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8F3377C1-71D3-0235-DC4A-0A4206D560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0701" y="3300886"/>
            <a:ext cx="429417" cy="48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989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DF1E6B-891D-B379-749C-FA47ADDE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5C8BA7-3906-7CC3-B270-F2A93DF3FA67}"/>
              </a:ext>
            </a:extLst>
          </p:cNvPr>
          <p:cNvSpPr/>
          <p:nvPr/>
        </p:nvSpPr>
        <p:spPr>
          <a:xfrm>
            <a:off x="2578354" y="3033132"/>
            <a:ext cx="7056300" cy="1540158"/>
          </a:xfrm>
          <a:prstGeom prst="roundRect">
            <a:avLst>
              <a:gd name="adj" fmla="val 7755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184897" dist="38100" dir="2700000" algn="tl" rotWithShape="0">
              <a:prstClr val="black">
                <a:alpha val="15973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56">
            <a:extLst>
              <a:ext uri="{FF2B5EF4-FFF2-40B4-BE49-F238E27FC236}">
                <a16:creationId xmlns:a16="http://schemas.microsoft.com/office/drawing/2014/main" id="{EACE6825-175D-7F36-6673-955B30F1959C}"/>
              </a:ext>
            </a:extLst>
          </p:cNvPr>
          <p:cNvSpPr/>
          <p:nvPr/>
        </p:nvSpPr>
        <p:spPr>
          <a:xfrm>
            <a:off x="2079586" y="2560113"/>
            <a:ext cx="7787423" cy="3467930"/>
          </a:xfrm>
          <a:prstGeom prst="roundRect">
            <a:avLst>
              <a:gd name="adj" fmla="val 3148"/>
            </a:avLst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18B18780-94D8-36F1-1426-A9D6A8A67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3952" y="3456310"/>
            <a:ext cx="651125" cy="651125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E566C73-252E-ED87-B582-2108027F95BE}"/>
              </a:ext>
            </a:extLst>
          </p:cNvPr>
          <p:cNvCxnSpPr>
            <a:cxnSpLocks/>
          </p:cNvCxnSpPr>
          <p:nvPr/>
        </p:nvCxnSpPr>
        <p:spPr>
          <a:xfrm>
            <a:off x="6292460" y="4282882"/>
            <a:ext cx="150180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3D4F224-47F3-F38D-5E4C-56AD77B7B515}"/>
              </a:ext>
            </a:extLst>
          </p:cNvPr>
          <p:cNvCxnSpPr>
            <a:cxnSpLocks/>
          </p:cNvCxnSpPr>
          <p:nvPr/>
        </p:nvCxnSpPr>
        <p:spPr>
          <a:xfrm>
            <a:off x="2765031" y="2152373"/>
            <a:ext cx="0" cy="86400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B4DC4B-6CBA-17F8-0B06-A4FC4905C3AF}"/>
              </a:ext>
            </a:extLst>
          </p:cNvPr>
          <p:cNvCxnSpPr>
            <a:cxnSpLocks/>
          </p:cNvCxnSpPr>
          <p:nvPr/>
        </p:nvCxnSpPr>
        <p:spPr>
          <a:xfrm>
            <a:off x="4086474" y="4352713"/>
            <a:ext cx="0" cy="360000"/>
          </a:xfrm>
          <a:prstGeom prst="straightConnector1">
            <a:avLst/>
          </a:prstGeom>
          <a:ln w="9525">
            <a:solidFill>
              <a:srgbClr val="1A81F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3D02C85-21B8-F09A-55D4-35EB23252924}"/>
              </a:ext>
            </a:extLst>
          </p:cNvPr>
          <p:cNvCxnSpPr>
            <a:cxnSpLocks/>
          </p:cNvCxnSpPr>
          <p:nvPr/>
        </p:nvCxnSpPr>
        <p:spPr>
          <a:xfrm>
            <a:off x="6292460" y="4455867"/>
            <a:ext cx="200739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E26E66D-80A9-A78B-2DAD-8E0461635F0F}"/>
              </a:ext>
            </a:extLst>
          </p:cNvPr>
          <p:cNvSpPr txBox="1"/>
          <p:nvPr/>
        </p:nvSpPr>
        <p:spPr>
          <a:xfrm>
            <a:off x="2591267" y="3924860"/>
            <a:ext cx="3414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cs typeface="Poppins" panose="00000500000000000000" pitchFamily="2" charset="0"/>
              </a:rPr>
              <a:t>Lorem ipsum odor </a:t>
            </a:r>
            <a:r>
              <a:rPr lang="en-US" sz="1100" err="1">
                <a:cs typeface="Poppins" panose="00000500000000000000" pitchFamily="2" charset="0"/>
              </a:rPr>
              <a:t>amet</a:t>
            </a:r>
            <a:r>
              <a:rPr lang="en-US" sz="1100">
                <a:cs typeface="Poppins" panose="00000500000000000000" pitchFamily="2" charset="0"/>
              </a:rPr>
              <a:t>, </a:t>
            </a:r>
            <a:br>
              <a:rPr lang="en-US" sz="1100">
                <a:cs typeface="Poppins" panose="00000500000000000000" pitchFamily="2" charset="0"/>
              </a:rPr>
            </a:br>
            <a:r>
              <a:rPr lang="en-US" sz="1100" err="1">
                <a:cs typeface="Poppins" panose="00000500000000000000" pitchFamily="2" charset="0"/>
              </a:rPr>
              <a:t>consectetuer</a:t>
            </a:r>
            <a:r>
              <a:rPr lang="en-US" sz="1100">
                <a:cs typeface="Poppins" panose="00000500000000000000" pitchFamily="2" charset="0"/>
              </a:rPr>
              <a:t> </a:t>
            </a:r>
            <a:r>
              <a:rPr lang="en-US" sz="1100" err="1">
                <a:cs typeface="Poppins" panose="00000500000000000000" pitchFamily="2" charset="0"/>
              </a:rPr>
              <a:t>adipiscing</a:t>
            </a:r>
            <a:r>
              <a:rPr lang="en-US" sz="1100">
                <a:cs typeface="Poppins" panose="00000500000000000000" pitchFamily="2" charset="0"/>
              </a:rPr>
              <a:t> </a:t>
            </a:r>
            <a:r>
              <a:rPr lang="en-US" sz="1100" err="1">
                <a:cs typeface="Poppins" panose="00000500000000000000" pitchFamily="2" charset="0"/>
              </a:rPr>
              <a:t>elit</a:t>
            </a:r>
            <a:r>
              <a:rPr lang="en-US" sz="1100"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3CAC3CBC-92A8-5899-5467-09F5ED3A4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4488" y="3456310"/>
            <a:ext cx="651125" cy="651125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4C250DDA-10E4-FD06-C0E2-00EC1EFB2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59410" y="3456310"/>
            <a:ext cx="651125" cy="651125"/>
          </a:xfrm>
          <a:prstGeom prst="rect">
            <a:avLst/>
          </a:prstGeom>
        </p:spPr>
      </p:pic>
      <p:sp>
        <p:nvSpPr>
          <p:cNvPr id="71" name="Title 2">
            <a:extLst>
              <a:ext uri="{FF2B5EF4-FFF2-40B4-BE49-F238E27FC236}">
                <a16:creationId xmlns:a16="http://schemas.microsoft.com/office/drawing/2014/main" id="{487D7251-6BBE-AB73-9117-6D7E1C4F8791}"/>
              </a:ext>
            </a:extLst>
          </p:cNvPr>
          <p:cNvSpPr txBox="1">
            <a:spLocks/>
          </p:cNvSpPr>
          <p:nvPr/>
        </p:nvSpPr>
        <p:spPr>
          <a:xfrm>
            <a:off x="7788275" y="4109150"/>
            <a:ext cx="505856" cy="3162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algn="ctr"/>
            <a:r>
              <a:rPr lang="en-US" sz="800">
                <a:latin typeface="+mn-lt"/>
                <a:cs typeface="Poppins" panose="00000500000000000000" pitchFamily="2" charset="0"/>
              </a:rPr>
              <a:t>Lorem ipsum</a:t>
            </a:r>
          </a:p>
        </p:txBody>
      </p:sp>
      <p:sp>
        <p:nvSpPr>
          <p:cNvPr id="72" name="Title 2">
            <a:extLst>
              <a:ext uri="{FF2B5EF4-FFF2-40B4-BE49-F238E27FC236}">
                <a16:creationId xmlns:a16="http://schemas.microsoft.com/office/drawing/2014/main" id="{AF3AB4AE-12F8-B846-7BD1-1419007562A5}"/>
              </a:ext>
            </a:extLst>
          </p:cNvPr>
          <p:cNvSpPr txBox="1">
            <a:spLocks/>
          </p:cNvSpPr>
          <p:nvPr/>
        </p:nvSpPr>
        <p:spPr>
          <a:xfrm>
            <a:off x="8213954" y="4337050"/>
            <a:ext cx="976589" cy="153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algn="ctr"/>
            <a:r>
              <a:rPr lang="en-US" sz="800">
                <a:latin typeface="+mn-lt"/>
                <a:cs typeface="Poppins" panose="00000500000000000000" pitchFamily="2" charset="0"/>
              </a:rPr>
              <a:t>Lorem ipsum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61D054-3EDD-45BD-F94D-8EDEB973FEF4}"/>
              </a:ext>
            </a:extLst>
          </p:cNvPr>
          <p:cNvSpPr txBox="1"/>
          <p:nvPr/>
        </p:nvSpPr>
        <p:spPr>
          <a:xfrm>
            <a:off x="2520261" y="3510295"/>
            <a:ext cx="3556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cs typeface="Poppins" panose="00000500000000000000" pitchFamily="2" charset="0"/>
              </a:rPr>
              <a:t>Lorem ipsum odor </a:t>
            </a:r>
            <a:r>
              <a:rPr lang="en-US" sz="1100" err="1">
                <a:cs typeface="Poppins" panose="00000500000000000000" pitchFamily="2" charset="0"/>
              </a:rPr>
              <a:t>amet</a:t>
            </a:r>
            <a:r>
              <a:rPr lang="en-US" sz="1100">
                <a:cs typeface="Poppins" panose="00000500000000000000" pitchFamily="2" charset="0"/>
              </a:rPr>
              <a:t>, </a:t>
            </a:r>
            <a:br>
              <a:rPr lang="en-US" sz="1100">
                <a:cs typeface="Poppins" panose="00000500000000000000" pitchFamily="2" charset="0"/>
              </a:rPr>
            </a:br>
            <a:r>
              <a:rPr lang="en-US" sz="1100" err="1">
                <a:cs typeface="Poppins" panose="00000500000000000000" pitchFamily="2" charset="0"/>
              </a:rPr>
              <a:t>consectetuer</a:t>
            </a:r>
            <a:r>
              <a:rPr lang="en-US" sz="1100">
                <a:cs typeface="Poppins" panose="00000500000000000000" pitchFamily="2" charset="0"/>
              </a:rPr>
              <a:t> </a:t>
            </a:r>
            <a:r>
              <a:rPr lang="en-US" sz="1100" err="1">
                <a:cs typeface="Poppins" panose="00000500000000000000" pitchFamily="2" charset="0"/>
              </a:rPr>
              <a:t>adipiscing</a:t>
            </a:r>
            <a:r>
              <a:rPr lang="en-US" sz="1100">
                <a:cs typeface="Poppins" panose="00000500000000000000" pitchFamily="2" charset="0"/>
              </a:rPr>
              <a:t> </a:t>
            </a:r>
            <a:r>
              <a:rPr lang="en-US" sz="1100" err="1">
                <a:cs typeface="Poppins" panose="00000500000000000000" pitchFamily="2" charset="0"/>
              </a:rPr>
              <a:t>elit</a:t>
            </a:r>
            <a:r>
              <a:rPr lang="en-US" sz="1100">
                <a:cs typeface="Poppins" panose="00000500000000000000" pitchFamily="2" charset="0"/>
              </a:rPr>
              <a:t>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F020D-A133-A194-6168-3A94D6F39280}"/>
              </a:ext>
            </a:extLst>
          </p:cNvPr>
          <p:cNvSpPr txBox="1"/>
          <p:nvPr/>
        </p:nvSpPr>
        <p:spPr>
          <a:xfrm>
            <a:off x="2591268" y="3194700"/>
            <a:ext cx="3538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cs typeface="Poppins" panose="00000500000000000000" pitchFamily="2" charset="0"/>
              </a:rPr>
              <a:t>Lorem ipsum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4E28940-4F1C-E7AC-C532-3E0DF2D28B3A}"/>
              </a:ext>
            </a:extLst>
          </p:cNvPr>
          <p:cNvCxnSpPr>
            <a:cxnSpLocks/>
          </p:cNvCxnSpPr>
          <p:nvPr/>
        </p:nvCxnSpPr>
        <p:spPr>
          <a:xfrm>
            <a:off x="5297659" y="4352713"/>
            <a:ext cx="0" cy="360000"/>
          </a:xfrm>
          <a:prstGeom prst="straightConnector1">
            <a:avLst/>
          </a:prstGeom>
          <a:ln w="9525">
            <a:solidFill>
              <a:srgbClr val="1A81F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32D8311-E898-02B8-2E42-0ED5916948C7}"/>
              </a:ext>
            </a:extLst>
          </p:cNvPr>
          <p:cNvCxnSpPr>
            <a:cxnSpLocks/>
          </p:cNvCxnSpPr>
          <p:nvPr/>
        </p:nvCxnSpPr>
        <p:spPr>
          <a:xfrm>
            <a:off x="3786247" y="2152372"/>
            <a:ext cx="0" cy="86400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E092D00-A41C-8785-3660-F6315DDEE5EF}"/>
              </a:ext>
            </a:extLst>
          </p:cNvPr>
          <p:cNvCxnSpPr>
            <a:cxnSpLocks/>
          </p:cNvCxnSpPr>
          <p:nvPr/>
        </p:nvCxnSpPr>
        <p:spPr>
          <a:xfrm>
            <a:off x="5807372" y="2152372"/>
            <a:ext cx="0" cy="86400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4E50BCF-F2BF-08D8-C0A8-F564E183B65A}"/>
              </a:ext>
            </a:extLst>
          </p:cNvPr>
          <p:cNvCxnSpPr>
            <a:cxnSpLocks/>
          </p:cNvCxnSpPr>
          <p:nvPr/>
        </p:nvCxnSpPr>
        <p:spPr>
          <a:xfrm>
            <a:off x="4795583" y="2152373"/>
            <a:ext cx="0" cy="86400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5B026B3-BB34-D8E1-6705-46D17A158991}"/>
              </a:ext>
            </a:extLst>
          </p:cNvPr>
          <p:cNvSpPr txBox="1"/>
          <p:nvPr/>
        </p:nvSpPr>
        <p:spPr>
          <a:xfrm>
            <a:off x="6787116" y="3115342"/>
            <a:ext cx="2716399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cs typeface="Poppins" panose="00000500000000000000" pitchFamily="2" charset="0"/>
              </a:rPr>
              <a:t>Lorem ipsum </a:t>
            </a:r>
            <a:r>
              <a:rPr lang="en-GB" sz="1100" err="1">
                <a:cs typeface="Poppins" panose="00000500000000000000" pitchFamily="2" charset="0"/>
              </a:rPr>
              <a:t>odor</a:t>
            </a:r>
            <a:r>
              <a:rPr lang="en-GB" sz="1100">
                <a:cs typeface="Poppins" panose="00000500000000000000" pitchFamily="2" charset="0"/>
              </a:rPr>
              <a:t> </a:t>
            </a:r>
            <a:r>
              <a:rPr lang="en-GB" sz="1100" err="1">
                <a:cs typeface="Poppins" panose="00000500000000000000" pitchFamily="2" charset="0"/>
              </a:rPr>
              <a:t>amet</a:t>
            </a:r>
            <a:r>
              <a:rPr lang="en-GB" sz="1100">
                <a:cs typeface="Poppins" panose="00000500000000000000" pitchFamily="2" charset="0"/>
              </a:rPr>
              <a:t>, </a:t>
            </a:r>
            <a:br>
              <a:rPr lang="en-GB" sz="1100">
                <a:cs typeface="Poppins" panose="00000500000000000000" pitchFamily="2" charset="0"/>
              </a:rPr>
            </a:br>
            <a:r>
              <a:rPr lang="en-GB" sz="1100" err="1">
                <a:cs typeface="Poppins" panose="00000500000000000000" pitchFamily="2" charset="0"/>
              </a:rPr>
              <a:t>adipiscing</a:t>
            </a:r>
            <a:r>
              <a:rPr lang="en-GB" sz="1100">
                <a:cs typeface="Poppins" panose="00000500000000000000" pitchFamily="2" charset="0"/>
              </a:rPr>
              <a:t> </a:t>
            </a:r>
            <a:r>
              <a:rPr lang="en-GB" sz="1100" err="1">
                <a:cs typeface="Poppins" panose="00000500000000000000" pitchFamily="2" charset="0"/>
              </a:rPr>
              <a:t>elit</a:t>
            </a:r>
            <a:r>
              <a:rPr lang="en-GB" sz="1100">
                <a:cs typeface="Poppins" panose="00000500000000000000" pitchFamily="2" charset="0"/>
              </a:rPr>
              <a:t>.</a:t>
            </a:r>
            <a:endParaRPr lang="en-US" sz="1100">
              <a:cs typeface="Poppins" panose="00000500000000000000" pitchFamily="2" charset="0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A7975A5-026F-1F19-7C9F-8D621EF83D07}"/>
              </a:ext>
            </a:extLst>
          </p:cNvPr>
          <p:cNvCxnSpPr>
            <a:cxnSpLocks/>
          </p:cNvCxnSpPr>
          <p:nvPr/>
        </p:nvCxnSpPr>
        <p:spPr>
          <a:xfrm flipH="1">
            <a:off x="7454777" y="1950067"/>
            <a:ext cx="1" cy="458965"/>
          </a:xfrm>
          <a:prstGeom prst="straightConnector1">
            <a:avLst/>
          </a:prstGeom>
          <a:ln w="12700">
            <a:solidFill>
              <a:schemeClr val="accent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EF13C19-181B-7692-002F-F61B7CCCEB06}"/>
              </a:ext>
            </a:extLst>
          </p:cNvPr>
          <p:cNvCxnSpPr>
            <a:cxnSpLocks/>
          </p:cNvCxnSpPr>
          <p:nvPr/>
        </p:nvCxnSpPr>
        <p:spPr>
          <a:xfrm>
            <a:off x="6292460" y="4094203"/>
            <a:ext cx="80898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itle 2">
            <a:extLst>
              <a:ext uri="{FF2B5EF4-FFF2-40B4-BE49-F238E27FC236}">
                <a16:creationId xmlns:a16="http://schemas.microsoft.com/office/drawing/2014/main" id="{7BF5071D-A089-C39B-0B89-0ABA335B845D}"/>
              </a:ext>
            </a:extLst>
          </p:cNvPr>
          <p:cNvSpPr txBox="1">
            <a:spLocks/>
          </p:cNvSpPr>
          <p:nvPr/>
        </p:nvSpPr>
        <p:spPr>
          <a:xfrm>
            <a:off x="7012527" y="4003867"/>
            <a:ext cx="880523" cy="3162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algn="ctr"/>
            <a:r>
              <a:rPr lang="en-US" sz="800">
                <a:latin typeface="+mn-lt"/>
                <a:cs typeface="Poppins" panose="00000500000000000000" pitchFamily="2" charset="0"/>
              </a:rPr>
              <a:t>Lorem ipsum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7F02837-C40E-D560-3167-0A0712D14FF2}"/>
              </a:ext>
            </a:extLst>
          </p:cNvPr>
          <p:cNvCxnSpPr>
            <a:cxnSpLocks/>
          </p:cNvCxnSpPr>
          <p:nvPr/>
        </p:nvCxnSpPr>
        <p:spPr>
          <a:xfrm flipH="1">
            <a:off x="8352037" y="1946118"/>
            <a:ext cx="1" cy="458965"/>
          </a:xfrm>
          <a:prstGeom prst="straightConnector1">
            <a:avLst/>
          </a:prstGeom>
          <a:ln w="12700">
            <a:solidFill>
              <a:schemeClr val="accent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779B69F-158A-8BD5-FC11-8BFFCC2E915A}"/>
              </a:ext>
            </a:extLst>
          </p:cNvPr>
          <p:cNvCxnSpPr>
            <a:cxnSpLocks/>
          </p:cNvCxnSpPr>
          <p:nvPr/>
        </p:nvCxnSpPr>
        <p:spPr>
          <a:xfrm flipH="1">
            <a:off x="9250379" y="1949008"/>
            <a:ext cx="1" cy="458965"/>
          </a:xfrm>
          <a:prstGeom prst="straightConnector1">
            <a:avLst/>
          </a:prstGeom>
          <a:ln w="12700">
            <a:solidFill>
              <a:schemeClr val="accent3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F9AB1E9-66EA-4DE5-E095-7B45B43E36FB}"/>
              </a:ext>
            </a:extLst>
          </p:cNvPr>
          <p:cNvCxnSpPr>
            <a:cxnSpLocks/>
          </p:cNvCxnSpPr>
          <p:nvPr/>
        </p:nvCxnSpPr>
        <p:spPr>
          <a:xfrm flipV="1">
            <a:off x="1650284" y="4120501"/>
            <a:ext cx="839195" cy="14630"/>
          </a:xfrm>
          <a:prstGeom prst="straightConnector1">
            <a:avLst/>
          </a:prstGeom>
          <a:ln w="12700"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A9A117E-7EFA-FE43-5FC8-579BDFB6DD91}"/>
              </a:ext>
            </a:extLst>
          </p:cNvPr>
          <p:cNvCxnSpPr>
            <a:cxnSpLocks/>
          </p:cNvCxnSpPr>
          <p:nvPr/>
        </p:nvCxnSpPr>
        <p:spPr>
          <a:xfrm flipV="1">
            <a:off x="1636349" y="3301713"/>
            <a:ext cx="857858" cy="1"/>
          </a:xfrm>
          <a:prstGeom prst="straightConnector1">
            <a:avLst/>
          </a:prstGeom>
          <a:ln w="12700"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01C1B6D-B15C-33C3-E12E-65C4C8A81210}"/>
              </a:ext>
            </a:extLst>
          </p:cNvPr>
          <p:cNvSpPr txBox="1"/>
          <p:nvPr/>
        </p:nvSpPr>
        <p:spPr>
          <a:xfrm>
            <a:off x="731494" y="1380464"/>
            <a:ext cx="932206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>
                <a:cs typeface="Poppins" panose="00000500000000000000" pitchFamily="2" charset="0"/>
              </a:rPr>
              <a:t>Lorem ipsum</a:t>
            </a:r>
          </a:p>
        </p:txBody>
      </p:sp>
      <p:pic>
        <p:nvPicPr>
          <p:cNvPr id="88" name="Picture 87" descr="Icon&#10;&#10;Description automatically generated">
            <a:extLst>
              <a:ext uri="{FF2B5EF4-FFF2-40B4-BE49-F238E27FC236}">
                <a16:creationId xmlns:a16="http://schemas.microsoft.com/office/drawing/2014/main" id="{B5FE8863-B9B0-8AF8-453A-A26CB7752E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028" y="3290789"/>
            <a:ext cx="435779" cy="435779"/>
          </a:xfrm>
          <a:prstGeom prst="rect">
            <a:avLst/>
          </a:prstGeom>
          <a:noFill/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E40F815-A62E-F84A-1878-6D2299124B2E}"/>
              </a:ext>
            </a:extLst>
          </p:cNvPr>
          <p:cNvSpPr txBox="1"/>
          <p:nvPr/>
        </p:nvSpPr>
        <p:spPr>
          <a:xfrm>
            <a:off x="2062719" y="6036925"/>
            <a:ext cx="805765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cs typeface="Poppins"/>
              </a:rPr>
              <a:t>Lorem ipsum odor </a:t>
            </a:r>
            <a:r>
              <a:rPr lang="en-US" sz="1400" err="1">
                <a:cs typeface="Poppins"/>
              </a:rPr>
              <a:t>amet</a:t>
            </a:r>
            <a:r>
              <a:rPr lang="en-US" sz="1400">
                <a:cs typeface="Poppins"/>
              </a:rPr>
              <a:t>, </a:t>
            </a:r>
            <a:r>
              <a:rPr lang="en-US" sz="1400" err="1">
                <a:cs typeface="Poppins"/>
              </a:rPr>
              <a:t>consectetuer</a:t>
            </a:r>
            <a:r>
              <a:rPr lang="en-US" sz="1400">
                <a:cs typeface="Poppins"/>
              </a:rPr>
              <a:t> </a:t>
            </a:r>
            <a:r>
              <a:rPr lang="en-US" sz="1400" err="1">
                <a:cs typeface="Poppins"/>
              </a:rPr>
              <a:t>adipiscing</a:t>
            </a:r>
            <a:r>
              <a:rPr lang="en-US" sz="1400">
                <a:cs typeface="Poppins"/>
              </a:rPr>
              <a:t> </a:t>
            </a:r>
            <a:r>
              <a:rPr lang="en-US" sz="1400" err="1">
                <a:cs typeface="Poppins"/>
              </a:rPr>
              <a:t>elit</a:t>
            </a:r>
            <a:r>
              <a:rPr lang="en-US" sz="1400">
                <a:cs typeface="Poppins"/>
              </a:rPr>
              <a:t>.</a:t>
            </a:r>
          </a:p>
        </p:txBody>
      </p:sp>
      <p:cxnSp>
        <p:nvCxnSpPr>
          <p:cNvPr id="90" name="Connector: Elbow 10">
            <a:extLst>
              <a:ext uri="{FF2B5EF4-FFF2-40B4-BE49-F238E27FC236}">
                <a16:creationId xmlns:a16="http://schemas.microsoft.com/office/drawing/2014/main" id="{9C3D4624-8A03-CEB2-0C6D-D50E18ABAD68}"/>
              </a:ext>
            </a:extLst>
          </p:cNvPr>
          <p:cNvCxnSpPr>
            <a:cxnSpLocks/>
          </p:cNvCxnSpPr>
          <p:nvPr/>
        </p:nvCxnSpPr>
        <p:spPr>
          <a:xfrm flipV="1">
            <a:off x="1783582" y="4461792"/>
            <a:ext cx="718318" cy="462836"/>
          </a:xfrm>
          <a:prstGeom prst="bentConnector3">
            <a:avLst>
              <a:gd name="adj1" fmla="val 71658"/>
            </a:avLst>
          </a:prstGeom>
          <a:ln w="12700"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19">
            <a:extLst>
              <a:ext uri="{FF2B5EF4-FFF2-40B4-BE49-F238E27FC236}">
                <a16:creationId xmlns:a16="http://schemas.microsoft.com/office/drawing/2014/main" id="{8C0BCF51-E6E2-53E3-A632-C28643B7C0BB}"/>
              </a:ext>
            </a:extLst>
          </p:cNvPr>
          <p:cNvCxnSpPr>
            <a:cxnSpLocks/>
          </p:cNvCxnSpPr>
          <p:nvPr/>
        </p:nvCxnSpPr>
        <p:spPr>
          <a:xfrm flipV="1">
            <a:off x="1777282" y="4670425"/>
            <a:ext cx="1219918" cy="946087"/>
          </a:xfrm>
          <a:prstGeom prst="bentConnector3">
            <a:avLst>
              <a:gd name="adj1" fmla="val 99971"/>
            </a:avLst>
          </a:prstGeom>
          <a:ln w="12700"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9BDB8D0-E65A-B9B5-6392-6C9E6AB8E30B}"/>
              </a:ext>
            </a:extLst>
          </p:cNvPr>
          <p:cNvGrpSpPr/>
          <p:nvPr/>
        </p:nvGrpSpPr>
        <p:grpSpPr>
          <a:xfrm>
            <a:off x="1939771" y="5490916"/>
            <a:ext cx="267042" cy="305191"/>
            <a:chOff x="2102466" y="5863483"/>
            <a:chExt cx="223452" cy="255374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EA8DC6A-4ACD-A4FC-3F8B-CB91997DBC0F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7AE31498-C782-00E8-D23C-68E0E3638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8EAAAC8-CB75-E166-5A31-D0C03DC143C9}"/>
              </a:ext>
            </a:extLst>
          </p:cNvPr>
          <p:cNvGrpSpPr/>
          <p:nvPr/>
        </p:nvGrpSpPr>
        <p:grpSpPr>
          <a:xfrm>
            <a:off x="1939771" y="4759577"/>
            <a:ext cx="267042" cy="305191"/>
            <a:chOff x="2102466" y="5863483"/>
            <a:chExt cx="223452" cy="255374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7665468-CDE7-DEF6-045A-9149062E714B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51E27BD3-6266-751E-1765-24787FBF8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DBB6C9D-7B8D-8DAC-83B7-265C17B226E4}"/>
              </a:ext>
            </a:extLst>
          </p:cNvPr>
          <p:cNvGrpSpPr/>
          <p:nvPr/>
        </p:nvGrpSpPr>
        <p:grpSpPr>
          <a:xfrm>
            <a:off x="1939771" y="4006111"/>
            <a:ext cx="267042" cy="305191"/>
            <a:chOff x="2102466" y="5863483"/>
            <a:chExt cx="223452" cy="25537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40B077A-5798-98FF-D078-B9D5BD7DB8D1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B8ED458B-71DD-18DA-CA6B-9E97F0539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689BBC3-305E-D071-ED6F-1EE6C3A538B2}"/>
              </a:ext>
            </a:extLst>
          </p:cNvPr>
          <p:cNvGrpSpPr/>
          <p:nvPr/>
        </p:nvGrpSpPr>
        <p:grpSpPr>
          <a:xfrm>
            <a:off x="1939771" y="3186808"/>
            <a:ext cx="267042" cy="305191"/>
            <a:chOff x="2102466" y="5863483"/>
            <a:chExt cx="223452" cy="25537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1ECB734-89A5-583F-695A-7DF6BF3915D9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8523ED2F-072A-8856-4451-7B3FC46DD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7CDCB69-BA33-8A35-72F0-035131C49338}"/>
              </a:ext>
            </a:extLst>
          </p:cNvPr>
          <p:cNvGrpSpPr/>
          <p:nvPr/>
        </p:nvGrpSpPr>
        <p:grpSpPr>
          <a:xfrm>
            <a:off x="2632790" y="2433027"/>
            <a:ext cx="267042" cy="305191"/>
            <a:chOff x="2102466" y="5863483"/>
            <a:chExt cx="223452" cy="255374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D66D0C9-663C-0244-D14D-38F8882172AC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6EB2154C-B436-A87C-B7F3-FCEA8C383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7D232B4-2456-8D2F-C7F3-00521126CB72}"/>
              </a:ext>
            </a:extLst>
          </p:cNvPr>
          <p:cNvGrpSpPr/>
          <p:nvPr/>
        </p:nvGrpSpPr>
        <p:grpSpPr>
          <a:xfrm>
            <a:off x="3658056" y="2433027"/>
            <a:ext cx="267042" cy="305191"/>
            <a:chOff x="2102466" y="5863483"/>
            <a:chExt cx="223452" cy="255374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695DDDB-B73D-8EBB-94CF-44517164AE3F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426FD639-B593-8A3E-1591-FFD9899FC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FA5B58D-57A9-F163-DDCF-A2F09003EAB7}"/>
              </a:ext>
            </a:extLst>
          </p:cNvPr>
          <p:cNvGrpSpPr/>
          <p:nvPr/>
        </p:nvGrpSpPr>
        <p:grpSpPr>
          <a:xfrm>
            <a:off x="4664462" y="2433027"/>
            <a:ext cx="267042" cy="305191"/>
            <a:chOff x="2102466" y="5863483"/>
            <a:chExt cx="223452" cy="255374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630B978-8034-1518-3C23-83DF009A28D8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8B7ACCD4-955C-3241-6C95-DBBAA2511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B8C533F-B7FF-7739-DEE0-6D07EFD21349}"/>
              </a:ext>
            </a:extLst>
          </p:cNvPr>
          <p:cNvGrpSpPr/>
          <p:nvPr/>
        </p:nvGrpSpPr>
        <p:grpSpPr>
          <a:xfrm>
            <a:off x="5672979" y="2433027"/>
            <a:ext cx="267042" cy="305191"/>
            <a:chOff x="2102466" y="5863483"/>
            <a:chExt cx="223452" cy="25537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2CA77D5-D6DE-D618-6F40-E23772489B2A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3D908E6-E93F-2F99-94AB-2DF7DFB3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4BAA999-10E1-AF64-1E0F-A0770837C514}"/>
              </a:ext>
            </a:extLst>
          </p:cNvPr>
          <p:cNvGrpSpPr/>
          <p:nvPr/>
        </p:nvGrpSpPr>
        <p:grpSpPr>
          <a:xfrm>
            <a:off x="6890243" y="2433027"/>
            <a:ext cx="267042" cy="305191"/>
            <a:chOff x="2102466" y="5863483"/>
            <a:chExt cx="223452" cy="255374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FF12EF4-DB61-9272-CEDE-76407B785DDF}"/>
                </a:ext>
              </a:extLst>
            </p:cNvPr>
            <p:cNvSpPr/>
            <p:nvPr/>
          </p:nvSpPr>
          <p:spPr>
            <a:xfrm>
              <a:off x="2102466" y="5881425"/>
              <a:ext cx="223452" cy="222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2C4401B2-20FA-6141-A9E4-A56DFD200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02466" y="5863483"/>
              <a:ext cx="223452" cy="255374"/>
            </a:xfrm>
            <a:prstGeom prst="rect">
              <a:avLst/>
            </a:prstGeom>
          </p:spPr>
        </p:pic>
      </p:grp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3657C90-C813-796A-640D-02AEE611AABE}"/>
              </a:ext>
            </a:extLst>
          </p:cNvPr>
          <p:cNvCxnSpPr>
            <a:cxnSpLocks/>
          </p:cNvCxnSpPr>
          <p:nvPr/>
        </p:nvCxnSpPr>
        <p:spPr>
          <a:xfrm>
            <a:off x="773835" y="2015499"/>
            <a:ext cx="0" cy="3590380"/>
          </a:xfrm>
          <a:prstGeom prst="straightConnector1">
            <a:avLst/>
          </a:prstGeom>
          <a:ln w="12700">
            <a:solidFill>
              <a:schemeClr val="accent4"/>
            </a:solidFill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7C625C6-858F-E182-1AAE-D10644F81D2D}"/>
              </a:ext>
            </a:extLst>
          </p:cNvPr>
          <p:cNvCxnSpPr>
            <a:cxnSpLocks/>
          </p:cNvCxnSpPr>
          <p:nvPr/>
        </p:nvCxnSpPr>
        <p:spPr>
          <a:xfrm flipH="1">
            <a:off x="1610413" y="1657463"/>
            <a:ext cx="501191" cy="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A2D5D8D-3638-55B4-42CB-6767AF422F16}"/>
              </a:ext>
            </a:extLst>
          </p:cNvPr>
          <p:cNvCxnSpPr>
            <a:cxnSpLocks/>
          </p:cNvCxnSpPr>
          <p:nvPr/>
        </p:nvCxnSpPr>
        <p:spPr>
          <a:xfrm flipH="1">
            <a:off x="773835" y="5602143"/>
            <a:ext cx="213590" cy="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3F345D3-96A6-0335-A214-F90AC34D8ABD}"/>
              </a:ext>
            </a:extLst>
          </p:cNvPr>
          <p:cNvSpPr txBox="1"/>
          <p:nvPr/>
        </p:nvSpPr>
        <p:spPr>
          <a:xfrm>
            <a:off x="9927616" y="2900801"/>
            <a:ext cx="1753929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Lorem ipsum odor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amet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,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consectetuer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adipiscing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elit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.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Urna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justo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aenean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aliquet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in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eleifend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venenatis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dapibus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montes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 </a:t>
            </a:r>
            <a:r>
              <a:rPr lang="en-US" sz="1600" err="1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natoque</a:t>
            </a:r>
            <a:r>
              <a:rPr lang="en-US" sz="1600">
                <a:solidFill>
                  <a:srgbClr val="444444"/>
                </a:solidFill>
                <a:ea typeface="Calibri" panose="020F0502020204030204" pitchFamily="34" charset="0"/>
                <a:cs typeface="Poppins" pitchFamily="2" charset="77"/>
              </a:rPr>
              <a:t>. </a:t>
            </a:r>
            <a:endParaRPr lang="en-DE" sz="1400">
              <a:cs typeface="Poppins" pitchFamily="2" charset="77"/>
            </a:endParaRP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F53A8171-3D7D-CF1D-F9BD-C261C89D1A36}"/>
              </a:ext>
            </a:extLst>
          </p:cNvPr>
          <p:cNvSpPr/>
          <p:nvPr/>
        </p:nvSpPr>
        <p:spPr>
          <a:xfrm>
            <a:off x="3612995" y="4713249"/>
            <a:ext cx="951572" cy="1192012"/>
          </a:xfrm>
          <a:prstGeom prst="roundRect">
            <a:avLst>
              <a:gd name="adj" fmla="val 10880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184897" dist="38100" dir="2700000" algn="tl" rotWithShape="0">
              <a:prstClr val="black">
                <a:alpha val="15973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44C44A9D-4898-55DC-F996-C506158526C4}"/>
              </a:ext>
            </a:extLst>
          </p:cNvPr>
          <p:cNvSpPr/>
          <p:nvPr/>
        </p:nvSpPr>
        <p:spPr>
          <a:xfrm>
            <a:off x="4750149" y="4713249"/>
            <a:ext cx="1115391" cy="1192012"/>
          </a:xfrm>
          <a:prstGeom prst="roundRect">
            <a:avLst>
              <a:gd name="adj" fmla="val 10880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184897" dist="38100" dir="2700000" algn="tl" rotWithShape="0">
              <a:prstClr val="black">
                <a:alpha val="15973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itle 2">
            <a:extLst>
              <a:ext uri="{FF2B5EF4-FFF2-40B4-BE49-F238E27FC236}">
                <a16:creationId xmlns:a16="http://schemas.microsoft.com/office/drawing/2014/main" id="{2FB31A8C-B443-D8BB-0F7E-10610FAB865B}"/>
              </a:ext>
            </a:extLst>
          </p:cNvPr>
          <p:cNvSpPr txBox="1">
            <a:spLocks/>
          </p:cNvSpPr>
          <p:nvPr/>
        </p:nvSpPr>
        <p:spPr>
          <a:xfrm>
            <a:off x="4765066" y="4640034"/>
            <a:ext cx="1059143" cy="1213294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algn="ctr"/>
            <a:r>
              <a:rPr lang="en-US" sz="1050" b="1">
                <a:latin typeface="+mn-lt"/>
                <a:cs typeface="Poppins" panose="00000500000000000000" pitchFamily="2" charset="0"/>
              </a:rPr>
              <a:t>Lorem ipsum</a:t>
            </a:r>
          </a:p>
          <a:p>
            <a:pPr algn="ctr"/>
            <a:endParaRPr lang="en-US" sz="800">
              <a:latin typeface="+mn-lt"/>
              <a:cs typeface="Poppins" panose="00000500000000000000" pitchFamily="2" charset="0"/>
            </a:endParaRPr>
          </a:p>
          <a:p>
            <a:pPr algn="ctr"/>
            <a:r>
              <a:rPr lang="en-US" sz="800">
                <a:latin typeface="+mn-lt"/>
                <a:cs typeface="Poppins" panose="00000500000000000000" pitchFamily="2" charset="0"/>
              </a:rPr>
              <a:t>Lorem ipsum </a:t>
            </a:r>
            <a:br>
              <a:rPr lang="en-US" sz="800">
                <a:latin typeface="+mn-lt"/>
                <a:cs typeface="Poppins" panose="00000500000000000000" pitchFamily="2" charset="0"/>
              </a:rPr>
            </a:br>
            <a:r>
              <a:rPr lang="en-US" sz="800">
                <a:latin typeface="+mn-lt"/>
                <a:cs typeface="Poppins" panose="00000500000000000000" pitchFamily="2" charset="0"/>
              </a:rPr>
              <a:t>odor </a:t>
            </a:r>
            <a:r>
              <a:rPr lang="en-US" sz="800" err="1">
                <a:latin typeface="+mn-lt"/>
                <a:cs typeface="Poppins" panose="00000500000000000000" pitchFamily="2" charset="0"/>
              </a:rPr>
              <a:t>amet</a:t>
            </a:r>
            <a:r>
              <a:rPr lang="en-US" sz="800">
                <a:latin typeface="+mn-lt"/>
                <a:cs typeface="Poppins" panose="00000500000000000000" pitchFamily="2" charset="0"/>
              </a:rPr>
              <a:t>, </a:t>
            </a:r>
            <a:r>
              <a:rPr lang="en-US" sz="800" err="1">
                <a:latin typeface="+mn-lt"/>
                <a:cs typeface="Poppins" panose="00000500000000000000" pitchFamily="2" charset="0"/>
              </a:rPr>
              <a:t>consectetuer</a:t>
            </a:r>
            <a:r>
              <a:rPr lang="en-US" sz="800">
                <a:latin typeface="+mn-lt"/>
                <a:cs typeface="Poppins" panose="00000500000000000000" pitchFamily="2" charset="0"/>
              </a:rPr>
              <a:t> </a:t>
            </a:r>
            <a:r>
              <a:rPr lang="en-US" sz="800" err="1">
                <a:latin typeface="+mn-lt"/>
                <a:cs typeface="Poppins" panose="00000500000000000000" pitchFamily="2" charset="0"/>
              </a:rPr>
              <a:t>adipiscing</a:t>
            </a:r>
            <a:r>
              <a:rPr lang="en-US" sz="800">
                <a:latin typeface="+mn-lt"/>
                <a:cs typeface="Poppins" panose="00000500000000000000" pitchFamily="2" charset="0"/>
              </a:rPr>
              <a:t> </a:t>
            </a:r>
            <a:r>
              <a:rPr lang="en-US" sz="800" err="1">
                <a:latin typeface="+mn-lt"/>
                <a:cs typeface="Poppins" panose="00000500000000000000" pitchFamily="2" charset="0"/>
              </a:rPr>
              <a:t>elit</a:t>
            </a:r>
            <a:r>
              <a:rPr lang="en-US" sz="800">
                <a:latin typeface="+mn-lt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26" name="Title 2">
            <a:extLst>
              <a:ext uri="{FF2B5EF4-FFF2-40B4-BE49-F238E27FC236}">
                <a16:creationId xmlns:a16="http://schemas.microsoft.com/office/drawing/2014/main" id="{8FE4A2E2-41DD-0F71-CFC7-621173D44542}"/>
              </a:ext>
            </a:extLst>
          </p:cNvPr>
          <p:cNvSpPr txBox="1">
            <a:spLocks/>
          </p:cNvSpPr>
          <p:nvPr/>
        </p:nvSpPr>
        <p:spPr>
          <a:xfrm>
            <a:off x="3604948" y="4652774"/>
            <a:ext cx="970563" cy="121428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algn="ctr"/>
            <a:r>
              <a:rPr lang="en-US" sz="1050" b="1">
                <a:latin typeface="+mn-lt"/>
                <a:cs typeface="Poppins" panose="00000500000000000000" pitchFamily="2" charset="0"/>
              </a:rPr>
              <a:t>Lorem ipsum</a:t>
            </a:r>
          </a:p>
          <a:p>
            <a:pPr algn="ctr"/>
            <a:endParaRPr lang="en-US" sz="800">
              <a:latin typeface="+mn-lt"/>
              <a:cs typeface="Poppins" panose="00000500000000000000" pitchFamily="2" charset="0"/>
            </a:endParaRPr>
          </a:p>
          <a:p>
            <a:pPr algn="ctr"/>
            <a:r>
              <a:rPr lang="en-US" sz="800">
                <a:latin typeface="+mn-lt"/>
                <a:cs typeface="Poppins" panose="00000500000000000000" pitchFamily="2" charset="0"/>
              </a:rPr>
              <a:t>Lorem ipsum </a:t>
            </a:r>
            <a:br>
              <a:rPr lang="en-US" sz="800">
                <a:latin typeface="+mn-lt"/>
                <a:cs typeface="Poppins" panose="00000500000000000000" pitchFamily="2" charset="0"/>
              </a:rPr>
            </a:br>
            <a:r>
              <a:rPr lang="en-US" sz="800">
                <a:latin typeface="+mn-lt"/>
                <a:cs typeface="Poppins" panose="00000500000000000000" pitchFamily="2" charset="0"/>
              </a:rPr>
              <a:t>odor </a:t>
            </a:r>
            <a:r>
              <a:rPr lang="en-US" sz="800" err="1">
                <a:latin typeface="+mn-lt"/>
                <a:cs typeface="Poppins" panose="00000500000000000000" pitchFamily="2" charset="0"/>
              </a:rPr>
              <a:t>amet</a:t>
            </a:r>
            <a:r>
              <a:rPr lang="en-US" sz="800">
                <a:latin typeface="+mn-lt"/>
                <a:cs typeface="Poppins" panose="00000500000000000000" pitchFamily="2" charset="0"/>
              </a:rPr>
              <a:t>, </a:t>
            </a:r>
            <a:r>
              <a:rPr lang="en-US" sz="800" err="1">
                <a:latin typeface="+mn-lt"/>
                <a:cs typeface="Poppins" panose="00000500000000000000" pitchFamily="2" charset="0"/>
              </a:rPr>
              <a:t>consectetuer</a:t>
            </a:r>
            <a:r>
              <a:rPr lang="en-US" sz="800">
                <a:latin typeface="+mn-lt"/>
                <a:cs typeface="Poppins" panose="00000500000000000000" pitchFamily="2" charset="0"/>
              </a:rPr>
              <a:t> </a:t>
            </a:r>
            <a:r>
              <a:rPr lang="en-US" sz="800" err="1">
                <a:latin typeface="+mn-lt"/>
                <a:cs typeface="Poppins" panose="00000500000000000000" pitchFamily="2" charset="0"/>
              </a:rPr>
              <a:t>adipiscing</a:t>
            </a:r>
            <a:r>
              <a:rPr lang="en-US" sz="800">
                <a:latin typeface="+mn-lt"/>
                <a:cs typeface="Poppins" panose="00000500000000000000" pitchFamily="2" charset="0"/>
              </a:rPr>
              <a:t> </a:t>
            </a:r>
            <a:r>
              <a:rPr lang="en-US" sz="800" err="1">
                <a:latin typeface="+mn-lt"/>
                <a:cs typeface="Poppins" panose="00000500000000000000" pitchFamily="2" charset="0"/>
              </a:rPr>
              <a:t>elit</a:t>
            </a:r>
            <a:r>
              <a:rPr lang="en-US" sz="800">
                <a:latin typeface="+mn-lt"/>
                <a:cs typeface="Poppins" panose="00000500000000000000" pitchFamily="2" charset="0"/>
              </a:rPr>
              <a:t>.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0D83171-1432-4D97-1D8D-502454677B83}"/>
              </a:ext>
            </a:extLst>
          </p:cNvPr>
          <p:cNvGrpSpPr/>
          <p:nvPr/>
        </p:nvGrpSpPr>
        <p:grpSpPr>
          <a:xfrm>
            <a:off x="2280748" y="1182963"/>
            <a:ext cx="946851" cy="946851"/>
            <a:chOff x="4081268" y="147693"/>
            <a:chExt cx="1030013" cy="1030013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0ECEB554-F81D-15CB-4428-C88FD10D85E8}"/>
                </a:ext>
              </a:extLst>
            </p:cNvPr>
            <p:cNvSpPr/>
            <p:nvPr/>
          </p:nvSpPr>
          <p:spPr>
            <a:xfrm>
              <a:off x="4081268" y="147693"/>
              <a:ext cx="1030013" cy="1030013"/>
            </a:xfrm>
            <a:prstGeom prst="roundRect">
              <a:avLst>
                <a:gd name="adj" fmla="val 9409"/>
              </a:avLst>
            </a:prstGeom>
            <a:solidFill>
              <a:schemeClr val="accent1"/>
            </a:solidFill>
            <a:ln>
              <a:noFill/>
            </a:ln>
            <a:effectLst>
              <a:outerShdw blurRad="216979" dist="38100" dir="2700000" sx="99857" sy="99857" algn="tl" rotWithShape="0">
                <a:prstClr val="black">
                  <a:alpha val="29919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328F7BA-29F3-41BE-C524-52780268A3E5}"/>
                </a:ext>
              </a:extLst>
            </p:cNvPr>
            <p:cNvSpPr txBox="1"/>
            <p:nvPr/>
          </p:nvSpPr>
          <p:spPr>
            <a:xfrm>
              <a:off x="4092479" y="881952"/>
              <a:ext cx="100759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R="0" lvl="0" indent="0" algn="ctr" defTabSz="9144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Lorem ipsum</a:t>
              </a:r>
            </a:p>
          </p:txBody>
        </p:sp>
        <p:pic>
          <p:nvPicPr>
            <p:cNvPr id="130" name="Picture 129" descr="A white line drawing of a building&#10;&#10;Description automatically generated">
              <a:extLst>
                <a:ext uri="{FF2B5EF4-FFF2-40B4-BE49-F238E27FC236}">
                  <a16:creationId xmlns:a16="http://schemas.microsoft.com/office/drawing/2014/main" id="{CF81ADDF-01EE-7FF8-C53C-04F992408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8056" y="292007"/>
              <a:ext cx="556436" cy="494610"/>
            </a:xfrm>
            <a:prstGeom prst="rect">
              <a:avLst/>
            </a:prstGeom>
          </p:spPr>
        </p:pic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543692E-71C8-6979-0BF2-60EFF36A1528}"/>
              </a:ext>
            </a:extLst>
          </p:cNvPr>
          <p:cNvGrpSpPr/>
          <p:nvPr/>
        </p:nvGrpSpPr>
        <p:grpSpPr>
          <a:xfrm>
            <a:off x="3303917" y="1182963"/>
            <a:ext cx="946851" cy="946851"/>
            <a:chOff x="4081268" y="147693"/>
            <a:chExt cx="1030013" cy="1030013"/>
          </a:xfrm>
        </p:grpSpPr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F10423E6-5C54-8F3A-2EC8-84AEC36F19E5}"/>
                </a:ext>
              </a:extLst>
            </p:cNvPr>
            <p:cNvSpPr/>
            <p:nvPr/>
          </p:nvSpPr>
          <p:spPr>
            <a:xfrm>
              <a:off x="4081268" y="147693"/>
              <a:ext cx="1030013" cy="1030013"/>
            </a:xfrm>
            <a:prstGeom prst="roundRect">
              <a:avLst>
                <a:gd name="adj" fmla="val 9409"/>
              </a:avLst>
            </a:prstGeom>
            <a:solidFill>
              <a:schemeClr val="accent1"/>
            </a:solidFill>
            <a:ln>
              <a:noFill/>
            </a:ln>
            <a:effectLst>
              <a:outerShdw blurRad="216979" dist="38100" dir="2700000" sx="99857" sy="99857" algn="tl" rotWithShape="0">
                <a:prstClr val="black">
                  <a:alpha val="29919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71C4586-76CD-3FB7-21F6-1CD7D9DA01B3}"/>
                </a:ext>
              </a:extLst>
            </p:cNvPr>
            <p:cNvSpPr txBox="1"/>
            <p:nvPr/>
          </p:nvSpPr>
          <p:spPr>
            <a:xfrm>
              <a:off x="4092479" y="881952"/>
              <a:ext cx="100759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R="0" lvl="0" indent="0" algn="ctr" defTabSz="9144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Lorem ipsum</a:t>
              </a:r>
            </a:p>
          </p:txBody>
        </p:sp>
        <p:pic>
          <p:nvPicPr>
            <p:cNvPr id="134" name="Picture 133" descr="A white line drawing of a building&#10;&#10;Description automatically generated">
              <a:extLst>
                <a:ext uri="{FF2B5EF4-FFF2-40B4-BE49-F238E27FC236}">
                  <a16:creationId xmlns:a16="http://schemas.microsoft.com/office/drawing/2014/main" id="{9E9B8D9C-5C1A-B136-D9FA-E14D518CC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8056" y="292007"/>
              <a:ext cx="556436" cy="494610"/>
            </a:xfrm>
            <a:prstGeom prst="rect">
              <a:avLst/>
            </a:prstGeom>
          </p:spPr>
        </p:pic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2B6B65A-8D10-E3AA-FC2C-33B3FB6FE3D3}"/>
              </a:ext>
            </a:extLst>
          </p:cNvPr>
          <p:cNvGrpSpPr/>
          <p:nvPr/>
        </p:nvGrpSpPr>
        <p:grpSpPr>
          <a:xfrm>
            <a:off x="4327086" y="1182963"/>
            <a:ext cx="946851" cy="946851"/>
            <a:chOff x="4081268" y="147693"/>
            <a:chExt cx="1030013" cy="1030013"/>
          </a:xfrm>
        </p:grpSpPr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77E497DD-4F05-8D79-81C6-4307F0D631C0}"/>
                </a:ext>
              </a:extLst>
            </p:cNvPr>
            <p:cNvSpPr/>
            <p:nvPr/>
          </p:nvSpPr>
          <p:spPr>
            <a:xfrm>
              <a:off x="4081268" y="147693"/>
              <a:ext cx="1030013" cy="1030013"/>
            </a:xfrm>
            <a:prstGeom prst="roundRect">
              <a:avLst>
                <a:gd name="adj" fmla="val 9409"/>
              </a:avLst>
            </a:prstGeom>
            <a:solidFill>
              <a:schemeClr val="accent1"/>
            </a:solidFill>
            <a:ln>
              <a:noFill/>
            </a:ln>
            <a:effectLst>
              <a:outerShdw blurRad="216979" dist="38100" dir="2700000" sx="99857" sy="99857" algn="tl" rotWithShape="0">
                <a:prstClr val="black">
                  <a:alpha val="29919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082A5FB-ED53-6D14-F9D6-25F3790988EC}"/>
                </a:ext>
              </a:extLst>
            </p:cNvPr>
            <p:cNvSpPr txBox="1"/>
            <p:nvPr/>
          </p:nvSpPr>
          <p:spPr>
            <a:xfrm>
              <a:off x="4092479" y="881952"/>
              <a:ext cx="100759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R="0" lvl="0" indent="0" algn="ctr" defTabSz="9144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Lorem ipsum</a:t>
              </a:r>
            </a:p>
          </p:txBody>
        </p:sp>
        <p:pic>
          <p:nvPicPr>
            <p:cNvPr id="138" name="Picture 137" descr="A white line drawing of a building&#10;&#10;Description automatically generated">
              <a:extLst>
                <a:ext uri="{FF2B5EF4-FFF2-40B4-BE49-F238E27FC236}">
                  <a16:creationId xmlns:a16="http://schemas.microsoft.com/office/drawing/2014/main" id="{7EC03D28-08E9-F0DE-21B8-191192861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8056" y="292007"/>
              <a:ext cx="556436" cy="494610"/>
            </a:xfrm>
            <a:prstGeom prst="rect">
              <a:avLst/>
            </a:prstGeom>
          </p:spPr>
        </p:pic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ED27787-9F5B-8933-1A04-7056CE5B2B59}"/>
              </a:ext>
            </a:extLst>
          </p:cNvPr>
          <p:cNvGrpSpPr/>
          <p:nvPr/>
        </p:nvGrpSpPr>
        <p:grpSpPr>
          <a:xfrm>
            <a:off x="5350254" y="1182963"/>
            <a:ext cx="946851" cy="946851"/>
            <a:chOff x="4081268" y="147693"/>
            <a:chExt cx="1030013" cy="1030013"/>
          </a:xfrm>
        </p:grpSpPr>
        <p:sp>
          <p:nvSpPr>
            <p:cNvPr id="140" name="Rounded Rectangle 139">
              <a:extLst>
                <a:ext uri="{FF2B5EF4-FFF2-40B4-BE49-F238E27FC236}">
                  <a16:creationId xmlns:a16="http://schemas.microsoft.com/office/drawing/2014/main" id="{17831585-18BE-A64B-5DB6-A74858318E6C}"/>
                </a:ext>
              </a:extLst>
            </p:cNvPr>
            <p:cNvSpPr/>
            <p:nvPr/>
          </p:nvSpPr>
          <p:spPr>
            <a:xfrm>
              <a:off x="4081268" y="147693"/>
              <a:ext cx="1030013" cy="1030013"/>
            </a:xfrm>
            <a:prstGeom prst="roundRect">
              <a:avLst>
                <a:gd name="adj" fmla="val 9409"/>
              </a:avLst>
            </a:prstGeom>
            <a:solidFill>
              <a:schemeClr val="accent1"/>
            </a:solidFill>
            <a:ln>
              <a:noFill/>
            </a:ln>
            <a:effectLst>
              <a:outerShdw blurRad="216979" dist="38100" dir="2700000" sx="99857" sy="99857" algn="tl" rotWithShape="0">
                <a:prstClr val="black">
                  <a:alpha val="29919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03B5AEC-9EF5-B83A-CE47-68CA0B1F6839}"/>
                </a:ext>
              </a:extLst>
            </p:cNvPr>
            <p:cNvSpPr txBox="1"/>
            <p:nvPr/>
          </p:nvSpPr>
          <p:spPr>
            <a:xfrm>
              <a:off x="4092479" y="881952"/>
              <a:ext cx="100759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R="0" lvl="0" indent="0" algn="ctr" defTabSz="9144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Lorem ipsum</a:t>
              </a:r>
            </a:p>
          </p:txBody>
        </p:sp>
        <p:pic>
          <p:nvPicPr>
            <p:cNvPr id="142" name="Picture 141" descr="A white line drawing of a building&#10;&#10;Description automatically generated">
              <a:extLst>
                <a:ext uri="{FF2B5EF4-FFF2-40B4-BE49-F238E27FC236}">
                  <a16:creationId xmlns:a16="http://schemas.microsoft.com/office/drawing/2014/main" id="{4089D09B-FBC1-181A-AE53-697F3095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8056" y="292007"/>
              <a:ext cx="556436" cy="49461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999B1F8-5674-92FE-527B-DCA6ACBE8503}"/>
              </a:ext>
            </a:extLst>
          </p:cNvPr>
          <p:cNvGrpSpPr/>
          <p:nvPr/>
        </p:nvGrpSpPr>
        <p:grpSpPr>
          <a:xfrm>
            <a:off x="1051477" y="2960016"/>
            <a:ext cx="700663" cy="700663"/>
            <a:chOff x="2638977" y="2960016"/>
            <a:chExt cx="700663" cy="700663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2DC5C08A-CCA8-7CAF-F321-0A06A253DE10}"/>
                </a:ext>
              </a:extLst>
            </p:cNvPr>
            <p:cNvGrpSpPr/>
            <p:nvPr/>
          </p:nvGrpSpPr>
          <p:grpSpPr>
            <a:xfrm>
              <a:off x="2638977" y="2960016"/>
              <a:ext cx="700663" cy="700663"/>
              <a:chOff x="4081268" y="147693"/>
              <a:chExt cx="1030013" cy="1030013"/>
            </a:xfrm>
          </p:grpSpPr>
          <p:sp>
            <p:nvSpPr>
              <p:cNvPr id="146" name="Rounded Rectangle 145">
                <a:extLst>
                  <a:ext uri="{FF2B5EF4-FFF2-40B4-BE49-F238E27FC236}">
                    <a16:creationId xmlns:a16="http://schemas.microsoft.com/office/drawing/2014/main" id="{A7114350-9C5B-C4B5-2353-35AE27059CB7}"/>
                  </a:ext>
                </a:extLst>
              </p:cNvPr>
              <p:cNvSpPr/>
              <p:nvPr/>
            </p:nvSpPr>
            <p:spPr>
              <a:xfrm>
                <a:off x="4081268" y="147693"/>
                <a:ext cx="1030013" cy="1030013"/>
              </a:xfrm>
              <a:prstGeom prst="roundRect">
                <a:avLst>
                  <a:gd name="adj" fmla="val 9409"/>
                </a:avLst>
              </a:prstGeom>
              <a:solidFill>
                <a:schemeClr val="tx2"/>
              </a:solidFill>
              <a:ln>
                <a:noFill/>
              </a:ln>
              <a:effectLst>
                <a:outerShdw blurRad="216979" dist="38100" dir="2700000" sx="99857" sy="99857" algn="tl" rotWithShape="0">
                  <a:prstClr val="black">
                    <a:alpha val="29919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20948F7-22F0-CD8F-EFC1-AAE6EF951881}"/>
                  </a:ext>
                </a:extLst>
              </p:cNvPr>
              <p:cNvSpPr txBox="1"/>
              <p:nvPr/>
            </p:nvSpPr>
            <p:spPr>
              <a:xfrm>
                <a:off x="4092479" y="881952"/>
                <a:ext cx="1007590" cy="167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R="0" lvl="0" indent="0" algn="ctr" defTabSz="9144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itchFamily="2" charset="77"/>
                    <a:cs typeface="Poppins" pitchFamily="2" charset="77"/>
                  </a:rPr>
                  <a:t>Lorem</a:t>
                </a:r>
              </a:p>
            </p:txBody>
          </p:sp>
        </p:grpSp>
        <p:pic>
          <p:nvPicPr>
            <p:cNvPr id="145" name="Picture 144" descr="A white line drawing of a computer&#10;&#10;Description automatically generated">
              <a:extLst>
                <a:ext uri="{FF2B5EF4-FFF2-40B4-BE49-F238E27FC236}">
                  <a16:creationId xmlns:a16="http://schemas.microsoft.com/office/drawing/2014/main" id="{AE66E5AE-B057-35CC-20CD-A7861ED0A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89750" y="3049070"/>
              <a:ext cx="401125" cy="381558"/>
            </a:xfrm>
            <a:prstGeom prst="rect">
              <a:avLst/>
            </a:prstGeom>
          </p:spPr>
        </p:pic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AF5E95A-0194-3437-4907-9B2FC85BFADE}"/>
              </a:ext>
            </a:extLst>
          </p:cNvPr>
          <p:cNvGrpSpPr/>
          <p:nvPr/>
        </p:nvGrpSpPr>
        <p:grpSpPr>
          <a:xfrm>
            <a:off x="1051477" y="3789040"/>
            <a:ext cx="700663" cy="700663"/>
            <a:chOff x="2638977" y="3789040"/>
            <a:chExt cx="700663" cy="700663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E8433451-BE62-FC98-3685-87FFD8ADAC7A}"/>
                </a:ext>
              </a:extLst>
            </p:cNvPr>
            <p:cNvGrpSpPr/>
            <p:nvPr/>
          </p:nvGrpSpPr>
          <p:grpSpPr>
            <a:xfrm>
              <a:off x="2638977" y="3789040"/>
              <a:ext cx="700663" cy="700663"/>
              <a:chOff x="4081268" y="147693"/>
              <a:chExt cx="1030013" cy="1030013"/>
            </a:xfrm>
          </p:grpSpPr>
          <p:sp>
            <p:nvSpPr>
              <p:cNvPr id="151" name="Rounded Rectangle 150">
                <a:extLst>
                  <a:ext uri="{FF2B5EF4-FFF2-40B4-BE49-F238E27FC236}">
                    <a16:creationId xmlns:a16="http://schemas.microsoft.com/office/drawing/2014/main" id="{C970C268-2DC3-1B19-3893-B58DA9BB7C2E}"/>
                  </a:ext>
                </a:extLst>
              </p:cNvPr>
              <p:cNvSpPr/>
              <p:nvPr/>
            </p:nvSpPr>
            <p:spPr>
              <a:xfrm>
                <a:off x="4081268" y="147693"/>
                <a:ext cx="1030013" cy="1030013"/>
              </a:xfrm>
              <a:prstGeom prst="roundRect">
                <a:avLst>
                  <a:gd name="adj" fmla="val 9409"/>
                </a:avLst>
              </a:prstGeom>
              <a:solidFill>
                <a:schemeClr val="tx2"/>
              </a:solidFill>
              <a:ln>
                <a:noFill/>
              </a:ln>
              <a:effectLst>
                <a:outerShdw blurRad="216979" dist="38100" dir="2700000" sx="99857" sy="99857" algn="tl" rotWithShape="0">
                  <a:prstClr val="black">
                    <a:alpha val="29919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7B0215EF-EDD2-B782-6FD0-54EF969DA4BB}"/>
                  </a:ext>
                </a:extLst>
              </p:cNvPr>
              <p:cNvSpPr txBox="1"/>
              <p:nvPr/>
            </p:nvSpPr>
            <p:spPr>
              <a:xfrm>
                <a:off x="4092479" y="881952"/>
                <a:ext cx="1007590" cy="167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R="0" lvl="0" indent="0" algn="ctr" defTabSz="9144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itchFamily="2" charset="77"/>
                    <a:cs typeface="Poppins" pitchFamily="2" charset="77"/>
                  </a:rPr>
                  <a:t>Lorem</a:t>
                </a:r>
              </a:p>
            </p:txBody>
          </p:sp>
        </p:grpSp>
        <p:pic>
          <p:nvPicPr>
            <p:cNvPr id="150" name="Picture 149" descr="A white line drawing of a test tube and a bone&#10;&#10;Description automatically generated">
              <a:extLst>
                <a:ext uri="{FF2B5EF4-FFF2-40B4-BE49-F238E27FC236}">
                  <a16:creationId xmlns:a16="http://schemas.microsoft.com/office/drawing/2014/main" id="{C8E078E3-E61C-EEBC-4887-ACEBAC41A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16803" y="3886424"/>
              <a:ext cx="364547" cy="345360"/>
            </a:xfrm>
            <a:prstGeom prst="rect">
              <a:avLst/>
            </a:prstGeom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BB04CF0-E1AF-F784-50F6-B2D78D601FEC}"/>
              </a:ext>
            </a:extLst>
          </p:cNvPr>
          <p:cNvGrpSpPr/>
          <p:nvPr/>
        </p:nvGrpSpPr>
        <p:grpSpPr>
          <a:xfrm>
            <a:off x="1051477" y="4562274"/>
            <a:ext cx="700663" cy="700663"/>
            <a:chOff x="2638977" y="4562274"/>
            <a:chExt cx="700663" cy="700663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361049D8-8055-329D-A00B-D373303FC0BB}"/>
                </a:ext>
              </a:extLst>
            </p:cNvPr>
            <p:cNvGrpSpPr/>
            <p:nvPr/>
          </p:nvGrpSpPr>
          <p:grpSpPr>
            <a:xfrm>
              <a:off x="2638977" y="4562274"/>
              <a:ext cx="700663" cy="700663"/>
              <a:chOff x="4081268" y="147693"/>
              <a:chExt cx="1030013" cy="1030013"/>
            </a:xfrm>
          </p:grpSpPr>
          <p:sp>
            <p:nvSpPr>
              <p:cNvPr id="156" name="Rounded Rectangle 155">
                <a:extLst>
                  <a:ext uri="{FF2B5EF4-FFF2-40B4-BE49-F238E27FC236}">
                    <a16:creationId xmlns:a16="http://schemas.microsoft.com/office/drawing/2014/main" id="{51C8AB0E-1F90-4465-9AC8-BCD79B9E34EB}"/>
                  </a:ext>
                </a:extLst>
              </p:cNvPr>
              <p:cNvSpPr/>
              <p:nvPr/>
            </p:nvSpPr>
            <p:spPr>
              <a:xfrm>
                <a:off x="4081268" y="147693"/>
                <a:ext cx="1030013" cy="1030013"/>
              </a:xfrm>
              <a:prstGeom prst="roundRect">
                <a:avLst>
                  <a:gd name="adj" fmla="val 9409"/>
                </a:avLst>
              </a:prstGeom>
              <a:solidFill>
                <a:schemeClr val="tx2"/>
              </a:solidFill>
              <a:ln>
                <a:noFill/>
              </a:ln>
              <a:effectLst>
                <a:outerShdw blurRad="216979" dist="38100" dir="2700000" sx="99857" sy="99857" algn="tl" rotWithShape="0">
                  <a:prstClr val="black">
                    <a:alpha val="29919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B6C70FC4-9F20-6EDF-100D-2746E1F60C11}"/>
                  </a:ext>
                </a:extLst>
              </p:cNvPr>
              <p:cNvSpPr txBox="1"/>
              <p:nvPr/>
            </p:nvSpPr>
            <p:spPr>
              <a:xfrm>
                <a:off x="4092479" y="881952"/>
                <a:ext cx="1007590" cy="167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R="0" lvl="0" indent="0" algn="ctr" defTabSz="9144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itchFamily="2" charset="77"/>
                    <a:cs typeface="Poppins" pitchFamily="2" charset="77"/>
                  </a:rPr>
                  <a:t>Lorem</a:t>
                </a:r>
              </a:p>
            </p:txBody>
          </p:sp>
        </p:grpSp>
        <p:pic>
          <p:nvPicPr>
            <p:cNvPr id="155" name="Picture 154" descr="A black and white logo&#10;&#10;Description automatically generated">
              <a:extLst>
                <a:ext uri="{FF2B5EF4-FFF2-40B4-BE49-F238E27FC236}">
                  <a16:creationId xmlns:a16="http://schemas.microsoft.com/office/drawing/2014/main" id="{9AD96AC0-1CC3-9669-6A79-798A15C05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90825" y="4679334"/>
              <a:ext cx="407068" cy="334005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0C305F9-7332-9EA3-5428-E68CEA4404FE}"/>
              </a:ext>
            </a:extLst>
          </p:cNvPr>
          <p:cNvGrpSpPr/>
          <p:nvPr/>
        </p:nvGrpSpPr>
        <p:grpSpPr>
          <a:xfrm>
            <a:off x="1051477" y="5301208"/>
            <a:ext cx="700663" cy="700663"/>
            <a:chOff x="2638977" y="5301208"/>
            <a:chExt cx="700663" cy="700663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AFB8ECCD-8F63-A858-657F-BBB90CDEA5BF}"/>
                </a:ext>
              </a:extLst>
            </p:cNvPr>
            <p:cNvGrpSpPr/>
            <p:nvPr/>
          </p:nvGrpSpPr>
          <p:grpSpPr>
            <a:xfrm>
              <a:off x="2638977" y="5301208"/>
              <a:ext cx="700663" cy="700663"/>
              <a:chOff x="4081268" y="147693"/>
              <a:chExt cx="1030013" cy="1030013"/>
            </a:xfrm>
          </p:grpSpPr>
          <p:sp>
            <p:nvSpPr>
              <p:cNvPr id="161" name="Rounded Rectangle 160">
                <a:extLst>
                  <a:ext uri="{FF2B5EF4-FFF2-40B4-BE49-F238E27FC236}">
                    <a16:creationId xmlns:a16="http://schemas.microsoft.com/office/drawing/2014/main" id="{6BE6304A-7BC7-1B0C-6570-5CFCFC773178}"/>
                  </a:ext>
                </a:extLst>
              </p:cNvPr>
              <p:cNvSpPr/>
              <p:nvPr/>
            </p:nvSpPr>
            <p:spPr>
              <a:xfrm>
                <a:off x="4081268" y="147693"/>
                <a:ext cx="1030013" cy="1030013"/>
              </a:xfrm>
              <a:prstGeom prst="roundRect">
                <a:avLst>
                  <a:gd name="adj" fmla="val 9409"/>
                </a:avLst>
              </a:prstGeom>
              <a:solidFill>
                <a:schemeClr val="tx2"/>
              </a:solidFill>
              <a:ln>
                <a:noFill/>
              </a:ln>
              <a:effectLst>
                <a:outerShdw blurRad="216979" dist="38100" dir="2700000" sx="99857" sy="99857" algn="tl" rotWithShape="0">
                  <a:prstClr val="black">
                    <a:alpha val="29919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9C41A479-CEB8-AF73-EF0B-D88F9B69B889}"/>
                  </a:ext>
                </a:extLst>
              </p:cNvPr>
              <p:cNvSpPr txBox="1"/>
              <p:nvPr/>
            </p:nvSpPr>
            <p:spPr>
              <a:xfrm>
                <a:off x="4092479" y="881952"/>
                <a:ext cx="1007590" cy="167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R="0" lvl="0" indent="0" algn="ctr" defTabSz="9144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itchFamily="2" charset="77"/>
                    <a:cs typeface="Poppins" pitchFamily="2" charset="77"/>
                  </a:rPr>
                  <a:t>Lorem</a:t>
                </a:r>
              </a:p>
            </p:txBody>
          </p:sp>
        </p:grpSp>
        <p:pic>
          <p:nvPicPr>
            <p:cNvPr id="160" name="Picture 159" descr="A black and white logo&#10;&#10;Description automatically generated">
              <a:extLst>
                <a:ext uri="{FF2B5EF4-FFF2-40B4-BE49-F238E27FC236}">
                  <a16:creationId xmlns:a16="http://schemas.microsoft.com/office/drawing/2014/main" id="{3AB9456A-6749-F59A-77CD-33C5851A3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33762" y="5416136"/>
              <a:ext cx="315838" cy="325708"/>
            </a:xfrm>
            <a:prstGeom prst="rect">
              <a:avLst/>
            </a:prstGeom>
          </p:spPr>
        </p:pic>
      </p:grp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B4BE7CD9-4AF4-0C70-B10C-7CA2A4DCA1DF}"/>
              </a:ext>
            </a:extLst>
          </p:cNvPr>
          <p:cNvCxnSpPr>
            <a:cxnSpLocks/>
          </p:cNvCxnSpPr>
          <p:nvPr/>
        </p:nvCxnSpPr>
        <p:spPr>
          <a:xfrm flipH="1">
            <a:off x="773835" y="4918943"/>
            <a:ext cx="213590" cy="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D1C7AA4C-DCE1-6E64-DF81-0CA54B26B663}"/>
              </a:ext>
            </a:extLst>
          </p:cNvPr>
          <p:cNvCxnSpPr>
            <a:cxnSpLocks/>
          </p:cNvCxnSpPr>
          <p:nvPr/>
        </p:nvCxnSpPr>
        <p:spPr>
          <a:xfrm flipH="1">
            <a:off x="773835" y="4105647"/>
            <a:ext cx="213590" cy="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88FB38A7-2C20-6F51-4A1B-FABE4AE29906}"/>
              </a:ext>
            </a:extLst>
          </p:cNvPr>
          <p:cNvCxnSpPr>
            <a:cxnSpLocks/>
          </p:cNvCxnSpPr>
          <p:nvPr/>
        </p:nvCxnSpPr>
        <p:spPr>
          <a:xfrm flipH="1">
            <a:off x="773835" y="3304034"/>
            <a:ext cx="213590" cy="0"/>
          </a:xfrm>
          <a:prstGeom prst="straightConnector1">
            <a:avLst/>
          </a:prstGeom>
          <a:ln w="12700">
            <a:solidFill>
              <a:schemeClr val="accent4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1DDFD58-538E-B4ED-9131-C469D878FB93}"/>
              </a:ext>
            </a:extLst>
          </p:cNvPr>
          <p:cNvGrpSpPr/>
          <p:nvPr/>
        </p:nvGrpSpPr>
        <p:grpSpPr>
          <a:xfrm>
            <a:off x="7104112" y="1224077"/>
            <a:ext cx="700663" cy="700663"/>
            <a:chOff x="7104112" y="471602"/>
            <a:chExt cx="700663" cy="700663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50D3FB80-B75D-C1C5-CF31-7F9BDF2F9D17}"/>
                </a:ext>
              </a:extLst>
            </p:cNvPr>
            <p:cNvGrpSpPr/>
            <p:nvPr/>
          </p:nvGrpSpPr>
          <p:grpSpPr>
            <a:xfrm>
              <a:off x="7104112" y="471602"/>
              <a:ext cx="700663" cy="700663"/>
              <a:chOff x="4081268" y="147693"/>
              <a:chExt cx="1030013" cy="1030013"/>
            </a:xfrm>
          </p:grpSpPr>
          <p:sp>
            <p:nvSpPr>
              <p:cNvPr id="169" name="Rounded Rectangle 168">
                <a:extLst>
                  <a:ext uri="{FF2B5EF4-FFF2-40B4-BE49-F238E27FC236}">
                    <a16:creationId xmlns:a16="http://schemas.microsoft.com/office/drawing/2014/main" id="{A7A81CF9-4C1D-E6AF-41BB-4B92985FC9A9}"/>
                  </a:ext>
                </a:extLst>
              </p:cNvPr>
              <p:cNvSpPr/>
              <p:nvPr/>
            </p:nvSpPr>
            <p:spPr>
              <a:xfrm>
                <a:off x="4081268" y="147693"/>
                <a:ext cx="1030013" cy="1030013"/>
              </a:xfrm>
              <a:prstGeom prst="roundRect">
                <a:avLst>
                  <a:gd name="adj" fmla="val 9409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216979" dist="38100" dir="2700000" sx="99857" sy="99857" algn="tl" rotWithShape="0">
                  <a:prstClr val="black">
                    <a:alpha val="29919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B7CC8C7-87C9-D0F6-00D4-65AAF4BEAF2D}"/>
                  </a:ext>
                </a:extLst>
              </p:cNvPr>
              <p:cNvSpPr txBox="1"/>
              <p:nvPr/>
            </p:nvSpPr>
            <p:spPr>
              <a:xfrm>
                <a:off x="4092479" y="881952"/>
                <a:ext cx="1007590" cy="167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R="0" lvl="0" indent="0" algn="ctr" defTabSz="9144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itchFamily="2" charset="77"/>
                    <a:cs typeface="Poppins" pitchFamily="2" charset="77"/>
                  </a:rPr>
                  <a:t>Lorem</a:t>
                </a:r>
              </a:p>
            </p:txBody>
          </p:sp>
        </p:grpSp>
        <p:pic>
          <p:nvPicPr>
            <p:cNvPr id="168" name="Picture 167" descr="A black and white logo with a gear&#10;&#10;Description automatically generated">
              <a:extLst>
                <a:ext uri="{FF2B5EF4-FFF2-40B4-BE49-F238E27FC236}">
                  <a16:creationId xmlns:a16="http://schemas.microsoft.com/office/drawing/2014/main" id="{5C34E34D-95EC-8225-F198-841CCADF3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34665" y="606424"/>
              <a:ext cx="443645" cy="302977"/>
            </a:xfrm>
            <a:prstGeom prst="rect">
              <a:avLst/>
            </a:prstGeom>
          </p:spPr>
        </p:pic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05D4DCB-3319-2CB0-C16E-73B22751DAFE}"/>
              </a:ext>
            </a:extLst>
          </p:cNvPr>
          <p:cNvGrpSpPr/>
          <p:nvPr/>
        </p:nvGrpSpPr>
        <p:grpSpPr>
          <a:xfrm>
            <a:off x="8004212" y="1224077"/>
            <a:ext cx="700663" cy="700663"/>
            <a:chOff x="7104112" y="471602"/>
            <a:chExt cx="700663" cy="700663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95FB6DE8-3DE0-7CA5-15CB-5F793B1BEB95}"/>
                </a:ext>
              </a:extLst>
            </p:cNvPr>
            <p:cNvGrpSpPr/>
            <p:nvPr/>
          </p:nvGrpSpPr>
          <p:grpSpPr>
            <a:xfrm>
              <a:off x="7104112" y="471602"/>
              <a:ext cx="700663" cy="700663"/>
              <a:chOff x="4081268" y="147693"/>
              <a:chExt cx="1030013" cy="1030013"/>
            </a:xfrm>
          </p:grpSpPr>
          <p:sp>
            <p:nvSpPr>
              <p:cNvPr id="174" name="Rounded Rectangle 173">
                <a:extLst>
                  <a:ext uri="{FF2B5EF4-FFF2-40B4-BE49-F238E27FC236}">
                    <a16:creationId xmlns:a16="http://schemas.microsoft.com/office/drawing/2014/main" id="{16DD7A4B-465B-71A7-142D-0B897D0F2833}"/>
                  </a:ext>
                </a:extLst>
              </p:cNvPr>
              <p:cNvSpPr/>
              <p:nvPr/>
            </p:nvSpPr>
            <p:spPr>
              <a:xfrm>
                <a:off x="4081268" y="147693"/>
                <a:ext cx="1030013" cy="1030013"/>
              </a:xfrm>
              <a:prstGeom prst="roundRect">
                <a:avLst>
                  <a:gd name="adj" fmla="val 9409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216979" dist="38100" dir="2700000" sx="99857" sy="99857" algn="tl" rotWithShape="0">
                  <a:prstClr val="black">
                    <a:alpha val="29919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0DA3187-74F0-EE4A-2EF2-E26F91B90305}"/>
                  </a:ext>
                </a:extLst>
              </p:cNvPr>
              <p:cNvSpPr txBox="1"/>
              <p:nvPr/>
            </p:nvSpPr>
            <p:spPr>
              <a:xfrm>
                <a:off x="4092479" y="881952"/>
                <a:ext cx="1007590" cy="167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R="0" lvl="0" indent="0" algn="ctr" defTabSz="9144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itchFamily="2" charset="77"/>
                    <a:cs typeface="Poppins" pitchFamily="2" charset="77"/>
                  </a:rPr>
                  <a:t>Lorem</a:t>
                </a:r>
              </a:p>
            </p:txBody>
          </p:sp>
        </p:grpSp>
        <p:pic>
          <p:nvPicPr>
            <p:cNvPr id="173" name="Picture 172" descr="A black and white logo with a gear&#10;&#10;Description automatically generated">
              <a:extLst>
                <a:ext uri="{FF2B5EF4-FFF2-40B4-BE49-F238E27FC236}">
                  <a16:creationId xmlns:a16="http://schemas.microsoft.com/office/drawing/2014/main" id="{44344FE4-F6FF-1C7C-A951-4F8B620A2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34665" y="606424"/>
              <a:ext cx="443645" cy="302977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A7100C0-85D6-E637-0C7F-D3976FE3EC10}"/>
              </a:ext>
            </a:extLst>
          </p:cNvPr>
          <p:cNvGrpSpPr/>
          <p:nvPr/>
        </p:nvGrpSpPr>
        <p:grpSpPr>
          <a:xfrm>
            <a:off x="8904312" y="1224077"/>
            <a:ext cx="700663" cy="700663"/>
            <a:chOff x="7104112" y="471602"/>
            <a:chExt cx="700663" cy="700663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3CBEC4FF-9912-260F-5F45-688FBE483FE6}"/>
                </a:ext>
              </a:extLst>
            </p:cNvPr>
            <p:cNvGrpSpPr/>
            <p:nvPr/>
          </p:nvGrpSpPr>
          <p:grpSpPr>
            <a:xfrm>
              <a:off x="7104112" y="471602"/>
              <a:ext cx="700663" cy="700663"/>
              <a:chOff x="4081268" y="147693"/>
              <a:chExt cx="1030013" cy="1030013"/>
            </a:xfrm>
          </p:grpSpPr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45D9AA85-4F32-51B8-4FAA-37FA304742B8}"/>
                  </a:ext>
                </a:extLst>
              </p:cNvPr>
              <p:cNvSpPr/>
              <p:nvPr/>
            </p:nvSpPr>
            <p:spPr>
              <a:xfrm>
                <a:off x="4081268" y="147693"/>
                <a:ext cx="1030013" cy="1030013"/>
              </a:xfrm>
              <a:prstGeom prst="roundRect">
                <a:avLst>
                  <a:gd name="adj" fmla="val 9409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216979" dist="38100" dir="2700000" sx="99857" sy="99857" algn="tl" rotWithShape="0">
                  <a:prstClr val="black">
                    <a:alpha val="29919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FC0A993-73B0-2D4C-F894-FA3767592277}"/>
                  </a:ext>
                </a:extLst>
              </p:cNvPr>
              <p:cNvSpPr txBox="1"/>
              <p:nvPr/>
            </p:nvSpPr>
            <p:spPr>
              <a:xfrm>
                <a:off x="4092479" y="881952"/>
                <a:ext cx="1007590" cy="167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R="0" lvl="0" indent="0" algn="ctr" defTabSz="9144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itchFamily="2" charset="77"/>
                    <a:cs typeface="Poppins" pitchFamily="2" charset="77"/>
                  </a:rPr>
                  <a:t>Lorem</a:t>
                </a:r>
              </a:p>
            </p:txBody>
          </p:sp>
        </p:grpSp>
        <p:pic>
          <p:nvPicPr>
            <p:cNvPr id="178" name="Picture 177" descr="A black and white logo with a gear&#10;&#10;Description automatically generated">
              <a:extLst>
                <a:ext uri="{FF2B5EF4-FFF2-40B4-BE49-F238E27FC236}">
                  <a16:creationId xmlns:a16="http://schemas.microsoft.com/office/drawing/2014/main" id="{4AA4F1EB-0417-2ED1-BAD0-FFC4A7030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34665" y="606424"/>
              <a:ext cx="443645" cy="3029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69573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F871D3-C52B-901F-E988-AA7CA094E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09A182-657E-3CAC-398C-D04BECAF356B}"/>
              </a:ext>
            </a:extLst>
          </p:cNvPr>
          <p:cNvGrpSpPr/>
          <p:nvPr/>
        </p:nvGrpSpPr>
        <p:grpSpPr>
          <a:xfrm>
            <a:off x="783585" y="4810031"/>
            <a:ext cx="4049020" cy="1063626"/>
            <a:chOff x="7229372" y="3014858"/>
            <a:chExt cx="4049020" cy="106362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E8AEA63-FAF8-F0A5-B50C-5016B8C13C10}"/>
                </a:ext>
              </a:extLst>
            </p:cNvPr>
            <p:cNvSpPr/>
            <p:nvPr/>
          </p:nvSpPr>
          <p:spPr>
            <a:xfrm>
              <a:off x="7229372" y="3014858"/>
              <a:ext cx="4049020" cy="1063626"/>
            </a:xfrm>
            <a:custGeom>
              <a:avLst/>
              <a:gdLst>
                <a:gd name="connsiteX0" fmla="*/ 511176 w 4049020"/>
                <a:gd name="connsiteY0" fmla="*/ 0 h 1063626"/>
                <a:gd name="connsiteX1" fmla="*/ 531813 w 4049020"/>
                <a:gd name="connsiteY1" fmla="*/ 0 h 1063626"/>
                <a:gd name="connsiteX2" fmla="*/ 3505201 w 4049020"/>
                <a:gd name="connsiteY2" fmla="*/ 0 h 1063626"/>
                <a:gd name="connsiteX3" fmla="*/ 3505201 w 4049020"/>
                <a:gd name="connsiteY3" fmla="*/ 1210 h 1063626"/>
                <a:gd name="connsiteX4" fmla="*/ 3517207 w 4049020"/>
                <a:gd name="connsiteY4" fmla="*/ 0 h 1063626"/>
                <a:gd name="connsiteX5" fmla="*/ 4049020 w 4049020"/>
                <a:gd name="connsiteY5" fmla="*/ 531813 h 1063626"/>
                <a:gd name="connsiteX6" fmla="*/ 3517207 w 4049020"/>
                <a:gd name="connsiteY6" fmla="*/ 1063626 h 1063626"/>
                <a:gd name="connsiteX7" fmla="*/ 3505201 w 4049020"/>
                <a:gd name="connsiteY7" fmla="*/ 1062416 h 1063626"/>
                <a:gd name="connsiteX8" fmla="*/ 3505201 w 4049020"/>
                <a:gd name="connsiteY8" fmla="*/ 1063625 h 1063626"/>
                <a:gd name="connsiteX9" fmla="*/ 531823 w 4049020"/>
                <a:gd name="connsiteY9" fmla="*/ 1063625 h 1063626"/>
                <a:gd name="connsiteX10" fmla="*/ 531813 w 4049020"/>
                <a:gd name="connsiteY10" fmla="*/ 1063626 h 1063626"/>
                <a:gd name="connsiteX11" fmla="*/ 531803 w 4049020"/>
                <a:gd name="connsiteY11" fmla="*/ 1063625 h 1063626"/>
                <a:gd name="connsiteX12" fmla="*/ 511176 w 4049020"/>
                <a:gd name="connsiteY12" fmla="*/ 1063625 h 1063626"/>
                <a:gd name="connsiteX13" fmla="*/ 511176 w 4049020"/>
                <a:gd name="connsiteY13" fmla="*/ 1061546 h 1063626"/>
                <a:gd name="connsiteX14" fmla="*/ 424634 w 4049020"/>
                <a:gd name="connsiteY14" fmla="*/ 1052822 h 1063626"/>
                <a:gd name="connsiteX15" fmla="*/ 0 w 4049020"/>
                <a:gd name="connsiteY15" fmla="*/ 531813 h 1063626"/>
                <a:gd name="connsiteX16" fmla="*/ 424634 w 4049020"/>
                <a:gd name="connsiteY16" fmla="*/ 10805 h 1063626"/>
                <a:gd name="connsiteX17" fmla="*/ 511176 w 4049020"/>
                <a:gd name="connsiteY17" fmla="*/ 2080 h 1063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049020" h="1063626">
                  <a:moveTo>
                    <a:pt x="511176" y="0"/>
                  </a:moveTo>
                  <a:lnTo>
                    <a:pt x="531813" y="0"/>
                  </a:lnTo>
                  <a:lnTo>
                    <a:pt x="3505201" y="0"/>
                  </a:lnTo>
                  <a:lnTo>
                    <a:pt x="3505201" y="1210"/>
                  </a:lnTo>
                  <a:lnTo>
                    <a:pt x="3517207" y="0"/>
                  </a:lnTo>
                  <a:cubicBezTo>
                    <a:pt x="3810919" y="0"/>
                    <a:pt x="4049020" y="238101"/>
                    <a:pt x="4049020" y="531813"/>
                  </a:cubicBezTo>
                  <a:cubicBezTo>
                    <a:pt x="4049020" y="825525"/>
                    <a:pt x="3810919" y="1063626"/>
                    <a:pt x="3517207" y="1063626"/>
                  </a:cubicBezTo>
                  <a:lnTo>
                    <a:pt x="3505201" y="1062416"/>
                  </a:lnTo>
                  <a:lnTo>
                    <a:pt x="3505201" y="1063625"/>
                  </a:lnTo>
                  <a:lnTo>
                    <a:pt x="531823" y="1063625"/>
                  </a:lnTo>
                  <a:lnTo>
                    <a:pt x="531813" y="1063626"/>
                  </a:lnTo>
                  <a:lnTo>
                    <a:pt x="531803" y="1063625"/>
                  </a:lnTo>
                  <a:lnTo>
                    <a:pt x="511176" y="1063625"/>
                  </a:lnTo>
                  <a:lnTo>
                    <a:pt x="511176" y="1061546"/>
                  </a:lnTo>
                  <a:lnTo>
                    <a:pt x="424634" y="1052822"/>
                  </a:lnTo>
                  <a:cubicBezTo>
                    <a:pt x="182296" y="1003232"/>
                    <a:pt x="0" y="788811"/>
                    <a:pt x="0" y="531813"/>
                  </a:cubicBezTo>
                  <a:cubicBezTo>
                    <a:pt x="0" y="274815"/>
                    <a:pt x="182296" y="60394"/>
                    <a:pt x="424634" y="10805"/>
                  </a:cubicBezTo>
                  <a:lnTo>
                    <a:pt x="511176" y="20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75204" dist="38100" dir="2700000" sx="97184" sy="97184" algn="tl" rotWithShape="0">
                <a:prstClr val="black">
                  <a:alpha val="25672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4A61688-0E65-417B-0208-78B121009A26}"/>
                </a:ext>
              </a:extLst>
            </p:cNvPr>
            <p:cNvSpPr/>
            <p:nvPr/>
          </p:nvSpPr>
          <p:spPr>
            <a:xfrm>
              <a:off x="7353696" y="3110613"/>
              <a:ext cx="863378" cy="863378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Poppins Light" panose="00000400000000000000" pitchFamily="2" charset="0"/>
                <a:ea typeface="Tahoma" panose="020B0604030504040204" pitchFamily="34" charset="0"/>
                <a:cs typeface="Poppins Light" panose="000004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F8F429-4945-1C59-D4DE-EC4B3BA844D8}"/>
                </a:ext>
              </a:extLst>
            </p:cNvPr>
            <p:cNvSpPr txBox="1"/>
            <p:nvPr/>
          </p:nvSpPr>
          <p:spPr>
            <a:xfrm>
              <a:off x="8365821" y="3331303"/>
              <a:ext cx="2581927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Lorem ipsum odor </a:t>
              </a:r>
              <a:r>
                <a:rPr lang="en-US" sz="1400" err="1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amet</a:t>
              </a:r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, </a:t>
              </a:r>
              <a:b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</a:br>
              <a:r>
                <a:rPr lang="en-US" sz="1400" err="1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consectetuer</a:t>
              </a:r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 </a:t>
              </a:r>
              <a:r>
                <a:rPr lang="en-US" sz="1400" err="1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adipiscing</a:t>
              </a:r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 </a:t>
              </a:r>
              <a:r>
                <a:rPr lang="en-US" sz="1400" err="1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elit</a:t>
              </a:r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. 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DF0C7C-5FE4-4AA8-1628-943B9F2A1E6C}"/>
              </a:ext>
            </a:extLst>
          </p:cNvPr>
          <p:cNvCxnSpPr>
            <a:cxnSpLocks/>
          </p:cNvCxnSpPr>
          <p:nvPr/>
        </p:nvCxnSpPr>
        <p:spPr>
          <a:xfrm flipH="1" flipV="1">
            <a:off x="5560230" y="3698056"/>
            <a:ext cx="1333496" cy="975640"/>
          </a:xfrm>
          <a:prstGeom prst="straightConnector1">
            <a:avLst/>
          </a:prstGeom>
          <a:ln w="9525">
            <a:solidFill>
              <a:schemeClr val="tx2"/>
            </a:solidFill>
            <a:headEnd type="triangle" w="sm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C84636-DCFA-CCB4-6E2D-5FE2B7F25150}"/>
              </a:ext>
            </a:extLst>
          </p:cNvPr>
          <p:cNvCxnSpPr>
            <a:cxnSpLocks/>
          </p:cNvCxnSpPr>
          <p:nvPr/>
        </p:nvCxnSpPr>
        <p:spPr>
          <a:xfrm flipV="1">
            <a:off x="4263460" y="3792992"/>
            <a:ext cx="1361010" cy="855077"/>
          </a:xfrm>
          <a:prstGeom prst="straightConnector1">
            <a:avLst/>
          </a:prstGeom>
          <a:ln w="9525">
            <a:solidFill>
              <a:schemeClr val="tx2"/>
            </a:solidFill>
            <a:headEnd type="triangle" w="sm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B58C6E-705F-28B3-97F2-AB9787972855}"/>
              </a:ext>
            </a:extLst>
          </p:cNvPr>
          <p:cNvCxnSpPr>
            <a:cxnSpLocks/>
          </p:cNvCxnSpPr>
          <p:nvPr/>
        </p:nvCxnSpPr>
        <p:spPr>
          <a:xfrm flipH="1">
            <a:off x="5541762" y="2857780"/>
            <a:ext cx="1333495" cy="973024"/>
          </a:xfrm>
          <a:prstGeom prst="straightConnector1">
            <a:avLst/>
          </a:prstGeom>
          <a:ln w="9525">
            <a:solidFill>
              <a:schemeClr val="tx2"/>
            </a:solidFill>
            <a:headEnd type="triangle" w="sm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20CD50-9992-2B6B-0898-DF170E553D72}"/>
              </a:ext>
            </a:extLst>
          </p:cNvPr>
          <p:cNvCxnSpPr>
            <a:cxnSpLocks/>
          </p:cNvCxnSpPr>
          <p:nvPr/>
        </p:nvCxnSpPr>
        <p:spPr>
          <a:xfrm>
            <a:off x="4272920" y="2846847"/>
            <a:ext cx="1333494" cy="866256"/>
          </a:xfrm>
          <a:prstGeom prst="straightConnector1">
            <a:avLst/>
          </a:prstGeom>
          <a:ln w="9525">
            <a:solidFill>
              <a:schemeClr val="tx2"/>
            </a:solidFill>
            <a:headEnd type="triangle" w="sm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0EB1099-387D-6EC3-AD5E-139982C17829}"/>
              </a:ext>
            </a:extLst>
          </p:cNvPr>
          <p:cNvSpPr/>
          <p:nvPr/>
        </p:nvSpPr>
        <p:spPr>
          <a:xfrm>
            <a:off x="4780974" y="2880350"/>
            <a:ext cx="1669353" cy="16693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79BC1A-C43B-0CB3-944E-A60D834F3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509" y="3241904"/>
            <a:ext cx="901699" cy="9016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BD5F85-71DE-0AC5-D2E7-B9CF0FF0B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88" y="5123975"/>
            <a:ext cx="444500" cy="41275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B472D4C-EC8C-3B1B-3B49-B9F0F730EC0A}"/>
              </a:ext>
            </a:extLst>
          </p:cNvPr>
          <p:cNvGrpSpPr/>
          <p:nvPr/>
        </p:nvGrpSpPr>
        <p:grpSpPr>
          <a:xfrm>
            <a:off x="6581647" y="1546484"/>
            <a:ext cx="4049020" cy="1063626"/>
            <a:chOff x="7360895" y="1399000"/>
            <a:chExt cx="4049020" cy="1063626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3EBD167-AAE2-27C5-7943-646021853CB9}"/>
                </a:ext>
              </a:extLst>
            </p:cNvPr>
            <p:cNvSpPr/>
            <p:nvPr/>
          </p:nvSpPr>
          <p:spPr>
            <a:xfrm>
              <a:off x="7360895" y="1399000"/>
              <a:ext cx="4049020" cy="1063626"/>
            </a:xfrm>
            <a:custGeom>
              <a:avLst/>
              <a:gdLst>
                <a:gd name="connsiteX0" fmla="*/ 511176 w 4049020"/>
                <a:gd name="connsiteY0" fmla="*/ 0 h 1063626"/>
                <a:gd name="connsiteX1" fmla="*/ 531813 w 4049020"/>
                <a:gd name="connsiteY1" fmla="*/ 0 h 1063626"/>
                <a:gd name="connsiteX2" fmla="*/ 3505201 w 4049020"/>
                <a:gd name="connsiteY2" fmla="*/ 0 h 1063626"/>
                <a:gd name="connsiteX3" fmla="*/ 3505201 w 4049020"/>
                <a:gd name="connsiteY3" fmla="*/ 1210 h 1063626"/>
                <a:gd name="connsiteX4" fmla="*/ 3517207 w 4049020"/>
                <a:gd name="connsiteY4" fmla="*/ 0 h 1063626"/>
                <a:gd name="connsiteX5" fmla="*/ 4049020 w 4049020"/>
                <a:gd name="connsiteY5" fmla="*/ 531813 h 1063626"/>
                <a:gd name="connsiteX6" fmla="*/ 3517207 w 4049020"/>
                <a:gd name="connsiteY6" fmla="*/ 1063626 h 1063626"/>
                <a:gd name="connsiteX7" fmla="*/ 3505201 w 4049020"/>
                <a:gd name="connsiteY7" fmla="*/ 1062416 h 1063626"/>
                <a:gd name="connsiteX8" fmla="*/ 3505201 w 4049020"/>
                <a:gd name="connsiteY8" fmla="*/ 1063625 h 1063626"/>
                <a:gd name="connsiteX9" fmla="*/ 531823 w 4049020"/>
                <a:gd name="connsiteY9" fmla="*/ 1063625 h 1063626"/>
                <a:gd name="connsiteX10" fmla="*/ 531813 w 4049020"/>
                <a:gd name="connsiteY10" fmla="*/ 1063626 h 1063626"/>
                <a:gd name="connsiteX11" fmla="*/ 531803 w 4049020"/>
                <a:gd name="connsiteY11" fmla="*/ 1063625 h 1063626"/>
                <a:gd name="connsiteX12" fmla="*/ 511176 w 4049020"/>
                <a:gd name="connsiteY12" fmla="*/ 1063625 h 1063626"/>
                <a:gd name="connsiteX13" fmla="*/ 511176 w 4049020"/>
                <a:gd name="connsiteY13" fmla="*/ 1061546 h 1063626"/>
                <a:gd name="connsiteX14" fmla="*/ 424634 w 4049020"/>
                <a:gd name="connsiteY14" fmla="*/ 1052822 h 1063626"/>
                <a:gd name="connsiteX15" fmla="*/ 0 w 4049020"/>
                <a:gd name="connsiteY15" fmla="*/ 531813 h 1063626"/>
                <a:gd name="connsiteX16" fmla="*/ 424634 w 4049020"/>
                <a:gd name="connsiteY16" fmla="*/ 10805 h 1063626"/>
                <a:gd name="connsiteX17" fmla="*/ 511176 w 4049020"/>
                <a:gd name="connsiteY17" fmla="*/ 2080 h 1063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049020" h="1063626">
                  <a:moveTo>
                    <a:pt x="511176" y="0"/>
                  </a:moveTo>
                  <a:lnTo>
                    <a:pt x="531813" y="0"/>
                  </a:lnTo>
                  <a:lnTo>
                    <a:pt x="3505201" y="0"/>
                  </a:lnTo>
                  <a:lnTo>
                    <a:pt x="3505201" y="1210"/>
                  </a:lnTo>
                  <a:lnTo>
                    <a:pt x="3517207" y="0"/>
                  </a:lnTo>
                  <a:cubicBezTo>
                    <a:pt x="3810919" y="0"/>
                    <a:pt x="4049020" y="238101"/>
                    <a:pt x="4049020" y="531813"/>
                  </a:cubicBezTo>
                  <a:cubicBezTo>
                    <a:pt x="4049020" y="825525"/>
                    <a:pt x="3810919" y="1063626"/>
                    <a:pt x="3517207" y="1063626"/>
                  </a:cubicBezTo>
                  <a:lnTo>
                    <a:pt x="3505201" y="1062416"/>
                  </a:lnTo>
                  <a:lnTo>
                    <a:pt x="3505201" y="1063625"/>
                  </a:lnTo>
                  <a:lnTo>
                    <a:pt x="531823" y="1063625"/>
                  </a:lnTo>
                  <a:lnTo>
                    <a:pt x="531813" y="1063626"/>
                  </a:lnTo>
                  <a:lnTo>
                    <a:pt x="531803" y="1063625"/>
                  </a:lnTo>
                  <a:lnTo>
                    <a:pt x="511176" y="1063625"/>
                  </a:lnTo>
                  <a:lnTo>
                    <a:pt x="511176" y="1061546"/>
                  </a:lnTo>
                  <a:lnTo>
                    <a:pt x="424634" y="1052822"/>
                  </a:lnTo>
                  <a:cubicBezTo>
                    <a:pt x="182296" y="1003232"/>
                    <a:pt x="0" y="788811"/>
                    <a:pt x="0" y="531813"/>
                  </a:cubicBezTo>
                  <a:cubicBezTo>
                    <a:pt x="0" y="274815"/>
                    <a:pt x="182296" y="60394"/>
                    <a:pt x="424634" y="10805"/>
                  </a:cubicBezTo>
                  <a:lnTo>
                    <a:pt x="511176" y="20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75204" dist="38100" dir="2700000" sx="97184" sy="97184" algn="tl" rotWithShape="0">
                <a:prstClr val="black">
                  <a:alpha val="25672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663FF50-6E93-ECEC-FB95-2E0EAAE780E1}"/>
                </a:ext>
              </a:extLst>
            </p:cNvPr>
            <p:cNvSpPr/>
            <p:nvPr/>
          </p:nvSpPr>
          <p:spPr>
            <a:xfrm>
              <a:off x="7485219" y="1494755"/>
              <a:ext cx="863378" cy="863378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Poppins Light" panose="00000400000000000000" pitchFamily="2" charset="0"/>
                <a:ea typeface="Tahoma" panose="020B0604030504040204" pitchFamily="34" charset="0"/>
                <a:cs typeface="Poppins Light" panose="000004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AD2D934-78E1-7964-51AF-870A16E489D1}"/>
                </a:ext>
              </a:extLst>
            </p:cNvPr>
            <p:cNvSpPr txBox="1"/>
            <p:nvPr/>
          </p:nvSpPr>
          <p:spPr>
            <a:xfrm>
              <a:off x="8497344" y="1715445"/>
              <a:ext cx="2581927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Lorem ipsum odor </a:t>
              </a:r>
              <a:r>
                <a:rPr lang="en-US" sz="1400" err="1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amet</a:t>
              </a:r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, </a:t>
              </a:r>
              <a:b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</a:br>
              <a:r>
                <a:rPr lang="en-US" sz="1400" err="1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consectetuer</a:t>
              </a:r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 </a:t>
              </a:r>
              <a:r>
                <a:rPr lang="en-US" sz="1400" err="1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adipiscing</a:t>
              </a:r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 </a:t>
              </a:r>
              <a:r>
                <a:rPr lang="en-US" sz="1400" err="1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elit</a:t>
              </a:r>
              <a:r>
                <a:rPr lang="en-US" sz="1400">
                  <a:solidFill>
                    <a:schemeClr val="accent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.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EC72043-9603-DFD0-AD98-B33028A29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2627" y="1747380"/>
              <a:ext cx="499519" cy="34633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5AF7FB-F6E9-0CF2-9ED0-B3B93248D23D}"/>
              </a:ext>
            </a:extLst>
          </p:cNvPr>
          <p:cNvGrpSpPr/>
          <p:nvPr/>
        </p:nvGrpSpPr>
        <p:grpSpPr>
          <a:xfrm>
            <a:off x="783585" y="1552747"/>
            <a:ext cx="4049020" cy="1063626"/>
            <a:chOff x="7407794" y="2576447"/>
            <a:chExt cx="4049020" cy="1063626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411D65D-6BD7-61A0-367C-84AA882AF2DE}"/>
                </a:ext>
              </a:extLst>
            </p:cNvPr>
            <p:cNvSpPr/>
            <p:nvPr/>
          </p:nvSpPr>
          <p:spPr>
            <a:xfrm>
              <a:off x="7407794" y="2576447"/>
              <a:ext cx="4049020" cy="1063626"/>
            </a:xfrm>
            <a:custGeom>
              <a:avLst/>
              <a:gdLst>
                <a:gd name="connsiteX0" fmla="*/ 511176 w 4049020"/>
                <a:gd name="connsiteY0" fmla="*/ 0 h 1063626"/>
                <a:gd name="connsiteX1" fmla="*/ 531813 w 4049020"/>
                <a:gd name="connsiteY1" fmla="*/ 0 h 1063626"/>
                <a:gd name="connsiteX2" fmla="*/ 3505201 w 4049020"/>
                <a:gd name="connsiteY2" fmla="*/ 0 h 1063626"/>
                <a:gd name="connsiteX3" fmla="*/ 3505201 w 4049020"/>
                <a:gd name="connsiteY3" fmla="*/ 1210 h 1063626"/>
                <a:gd name="connsiteX4" fmla="*/ 3517207 w 4049020"/>
                <a:gd name="connsiteY4" fmla="*/ 0 h 1063626"/>
                <a:gd name="connsiteX5" fmla="*/ 4049020 w 4049020"/>
                <a:gd name="connsiteY5" fmla="*/ 531813 h 1063626"/>
                <a:gd name="connsiteX6" fmla="*/ 3517207 w 4049020"/>
                <a:gd name="connsiteY6" fmla="*/ 1063626 h 1063626"/>
                <a:gd name="connsiteX7" fmla="*/ 3505201 w 4049020"/>
                <a:gd name="connsiteY7" fmla="*/ 1062416 h 1063626"/>
                <a:gd name="connsiteX8" fmla="*/ 3505201 w 4049020"/>
                <a:gd name="connsiteY8" fmla="*/ 1063625 h 1063626"/>
                <a:gd name="connsiteX9" fmla="*/ 531823 w 4049020"/>
                <a:gd name="connsiteY9" fmla="*/ 1063625 h 1063626"/>
                <a:gd name="connsiteX10" fmla="*/ 531813 w 4049020"/>
                <a:gd name="connsiteY10" fmla="*/ 1063626 h 1063626"/>
                <a:gd name="connsiteX11" fmla="*/ 531803 w 4049020"/>
                <a:gd name="connsiteY11" fmla="*/ 1063625 h 1063626"/>
                <a:gd name="connsiteX12" fmla="*/ 511176 w 4049020"/>
                <a:gd name="connsiteY12" fmla="*/ 1063625 h 1063626"/>
                <a:gd name="connsiteX13" fmla="*/ 511176 w 4049020"/>
                <a:gd name="connsiteY13" fmla="*/ 1061546 h 1063626"/>
                <a:gd name="connsiteX14" fmla="*/ 424634 w 4049020"/>
                <a:gd name="connsiteY14" fmla="*/ 1052822 h 1063626"/>
                <a:gd name="connsiteX15" fmla="*/ 0 w 4049020"/>
                <a:gd name="connsiteY15" fmla="*/ 531813 h 1063626"/>
                <a:gd name="connsiteX16" fmla="*/ 424634 w 4049020"/>
                <a:gd name="connsiteY16" fmla="*/ 10805 h 1063626"/>
                <a:gd name="connsiteX17" fmla="*/ 511176 w 4049020"/>
                <a:gd name="connsiteY17" fmla="*/ 2080 h 1063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049020" h="1063626">
                  <a:moveTo>
                    <a:pt x="511176" y="0"/>
                  </a:moveTo>
                  <a:lnTo>
                    <a:pt x="531813" y="0"/>
                  </a:lnTo>
                  <a:lnTo>
                    <a:pt x="3505201" y="0"/>
                  </a:lnTo>
                  <a:lnTo>
                    <a:pt x="3505201" y="1210"/>
                  </a:lnTo>
                  <a:lnTo>
                    <a:pt x="3517207" y="0"/>
                  </a:lnTo>
                  <a:cubicBezTo>
                    <a:pt x="3810919" y="0"/>
                    <a:pt x="4049020" y="238101"/>
                    <a:pt x="4049020" y="531813"/>
                  </a:cubicBezTo>
                  <a:cubicBezTo>
                    <a:pt x="4049020" y="825525"/>
                    <a:pt x="3810919" y="1063626"/>
                    <a:pt x="3517207" y="1063626"/>
                  </a:cubicBezTo>
                  <a:lnTo>
                    <a:pt x="3505201" y="1062416"/>
                  </a:lnTo>
                  <a:lnTo>
                    <a:pt x="3505201" y="1063625"/>
                  </a:lnTo>
                  <a:lnTo>
                    <a:pt x="531823" y="1063625"/>
                  </a:lnTo>
                  <a:lnTo>
                    <a:pt x="531813" y="1063626"/>
                  </a:lnTo>
                  <a:lnTo>
                    <a:pt x="531803" y="1063625"/>
                  </a:lnTo>
                  <a:lnTo>
                    <a:pt x="511176" y="1063625"/>
                  </a:lnTo>
                  <a:lnTo>
                    <a:pt x="511176" y="1061546"/>
                  </a:lnTo>
                  <a:lnTo>
                    <a:pt x="424634" y="1052822"/>
                  </a:lnTo>
                  <a:cubicBezTo>
                    <a:pt x="182296" y="1003232"/>
                    <a:pt x="0" y="788811"/>
                    <a:pt x="0" y="531813"/>
                  </a:cubicBezTo>
                  <a:cubicBezTo>
                    <a:pt x="0" y="274815"/>
                    <a:pt x="182296" y="60394"/>
                    <a:pt x="424634" y="10805"/>
                  </a:cubicBezTo>
                  <a:lnTo>
                    <a:pt x="511176" y="2080"/>
                  </a:lnTo>
                  <a:close/>
                </a:path>
              </a:pathLst>
            </a:custGeom>
            <a:ln>
              <a:noFill/>
            </a:ln>
            <a:effectLst>
              <a:outerShdw blurRad="171431" dist="38100" dir="2700000" algn="tl" rotWithShape="0">
                <a:prstClr val="black">
                  <a:alpha val="22733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881971D-EFF1-AAE3-C0CB-2F1F111381C0}"/>
                </a:ext>
              </a:extLst>
            </p:cNvPr>
            <p:cNvSpPr/>
            <p:nvPr/>
          </p:nvSpPr>
          <p:spPr>
            <a:xfrm>
              <a:off x="7522797" y="2666676"/>
              <a:ext cx="863378" cy="863378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Poppins Light" panose="00000400000000000000" pitchFamily="2" charset="0"/>
                <a:ea typeface="Tahoma" panose="020B0604030504040204" pitchFamily="34" charset="0"/>
                <a:cs typeface="Poppins Light" panose="000004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3F9088A-7EA2-E8B8-40D0-A29B80513B67}"/>
                </a:ext>
              </a:extLst>
            </p:cNvPr>
            <p:cNvSpPr txBox="1"/>
            <p:nvPr/>
          </p:nvSpPr>
          <p:spPr>
            <a:xfrm>
              <a:off x="8497344" y="2887366"/>
              <a:ext cx="2581927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Lorem ipsum odor </a:t>
              </a:r>
              <a:r>
                <a:rPr lang="en-US" sz="1400" err="1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amet</a:t>
              </a:r>
              <a:r>
                <a:rPr lang="en-US" sz="1400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, </a:t>
              </a:r>
              <a:br>
                <a:rPr lang="en-US" sz="1400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</a:br>
              <a:r>
                <a:rPr lang="en-US" sz="1400" err="1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consectetuer</a:t>
              </a:r>
              <a:r>
                <a:rPr lang="en-US" sz="1400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 </a:t>
              </a:r>
              <a:r>
                <a:rPr lang="en-US" sz="1400" err="1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adipiscing</a:t>
              </a:r>
              <a:r>
                <a:rPr lang="en-US" sz="1400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 </a:t>
              </a:r>
              <a:r>
                <a:rPr lang="en-US" sz="1400" err="1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elit</a:t>
              </a:r>
              <a:r>
                <a:rPr lang="en-US" sz="1400">
                  <a:solidFill>
                    <a:schemeClr val="bg1"/>
                  </a:solidFill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rPr>
                <a:t>.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6AAE85A-783A-87E3-0EA4-AD2A432D6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05228" y="2846673"/>
              <a:ext cx="460414" cy="522843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1A96A22-4DD5-AB84-BD8F-96B42616E0A1}"/>
              </a:ext>
            </a:extLst>
          </p:cNvPr>
          <p:cNvGrpSpPr/>
          <p:nvPr/>
        </p:nvGrpSpPr>
        <p:grpSpPr>
          <a:xfrm>
            <a:off x="6581647" y="4840829"/>
            <a:ext cx="4049020" cy="1063626"/>
            <a:chOff x="7153885" y="4693345"/>
            <a:chExt cx="4049020" cy="106362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147DE6E-3CD3-72CA-0AD9-0727FCA357EF}"/>
                </a:ext>
              </a:extLst>
            </p:cNvPr>
            <p:cNvGrpSpPr/>
            <p:nvPr/>
          </p:nvGrpSpPr>
          <p:grpSpPr>
            <a:xfrm>
              <a:off x="7153885" y="4693345"/>
              <a:ext cx="4049020" cy="1063626"/>
              <a:chOff x="7407794" y="2576447"/>
              <a:chExt cx="4049020" cy="1063626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881D02B2-7CDF-5321-CEEB-4C90B038C2F9}"/>
                  </a:ext>
                </a:extLst>
              </p:cNvPr>
              <p:cNvSpPr/>
              <p:nvPr/>
            </p:nvSpPr>
            <p:spPr>
              <a:xfrm>
                <a:off x="7407794" y="2576447"/>
                <a:ext cx="4049020" cy="1063626"/>
              </a:xfrm>
              <a:custGeom>
                <a:avLst/>
                <a:gdLst>
                  <a:gd name="connsiteX0" fmla="*/ 511176 w 4049020"/>
                  <a:gd name="connsiteY0" fmla="*/ 0 h 1063626"/>
                  <a:gd name="connsiteX1" fmla="*/ 531813 w 4049020"/>
                  <a:gd name="connsiteY1" fmla="*/ 0 h 1063626"/>
                  <a:gd name="connsiteX2" fmla="*/ 3505201 w 4049020"/>
                  <a:gd name="connsiteY2" fmla="*/ 0 h 1063626"/>
                  <a:gd name="connsiteX3" fmla="*/ 3505201 w 4049020"/>
                  <a:gd name="connsiteY3" fmla="*/ 1210 h 1063626"/>
                  <a:gd name="connsiteX4" fmla="*/ 3517207 w 4049020"/>
                  <a:gd name="connsiteY4" fmla="*/ 0 h 1063626"/>
                  <a:gd name="connsiteX5" fmla="*/ 4049020 w 4049020"/>
                  <a:gd name="connsiteY5" fmla="*/ 531813 h 1063626"/>
                  <a:gd name="connsiteX6" fmla="*/ 3517207 w 4049020"/>
                  <a:gd name="connsiteY6" fmla="*/ 1063626 h 1063626"/>
                  <a:gd name="connsiteX7" fmla="*/ 3505201 w 4049020"/>
                  <a:gd name="connsiteY7" fmla="*/ 1062416 h 1063626"/>
                  <a:gd name="connsiteX8" fmla="*/ 3505201 w 4049020"/>
                  <a:gd name="connsiteY8" fmla="*/ 1063625 h 1063626"/>
                  <a:gd name="connsiteX9" fmla="*/ 531823 w 4049020"/>
                  <a:gd name="connsiteY9" fmla="*/ 1063625 h 1063626"/>
                  <a:gd name="connsiteX10" fmla="*/ 531813 w 4049020"/>
                  <a:gd name="connsiteY10" fmla="*/ 1063626 h 1063626"/>
                  <a:gd name="connsiteX11" fmla="*/ 531803 w 4049020"/>
                  <a:gd name="connsiteY11" fmla="*/ 1063625 h 1063626"/>
                  <a:gd name="connsiteX12" fmla="*/ 511176 w 4049020"/>
                  <a:gd name="connsiteY12" fmla="*/ 1063625 h 1063626"/>
                  <a:gd name="connsiteX13" fmla="*/ 511176 w 4049020"/>
                  <a:gd name="connsiteY13" fmla="*/ 1061546 h 1063626"/>
                  <a:gd name="connsiteX14" fmla="*/ 424634 w 4049020"/>
                  <a:gd name="connsiteY14" fmla="*/ 1052822 h 1063626"/>
                  <a:gd name="connsiteX15" fmla="*/ 0 w 4049020"/>
                  <a:gd name="connsiteY15" fmla="*/ 531813 h 1063626"/>
                  <a:gd name="connsiteX16" fmla="*/ 424634 w 4049020"/>
                  <a:gd name="connsiteY16" fmla="*/ 10805 h 1063626"/>
                  <a:gd name="connsiteX17" fmla="*/ 511176 w 4049020"/>
                  <a:gd name="connsiteY17" fmla="*/ 2080 h 1063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049020" h="1063626">
                    <a:moveTo>
                      <a:pt x="511176" y="0"/>
                    </a:moveTo>
                    <a:lnTo>
                      <a:pt x="531813" y="0"/>
                    </a:lnTo>
                    <a:lnTo>
                      <a:pt x="3505201" y="0"/>
                    </a:lnTo>
                    <a:lnTo>
                      <a:pt x="3505201" y="1210"/>
                    </a:lnTo>
                    <a:lnTo>
                      <a:pt x="3517207" y="0"/>
                    </a:lnTo>
                    <a:cubicBezTo>
                      <a:pt x="3810919" y="0"/>
                      <a:pt x="4049020" y="238101"/>
                      <a:pt x="4049020" y="531813"/>
                    </a:cubicBezTo>
                    <a:cubicBezTo>
                      <a:pt x="4049020" y="825525"/>
                      <a:pt x="3810919" y="1063626"/>
                      <a:pt x="3517207" y="1063626"/>
                    </a:cubicBezTo>
                    <a:lnTo>
                      <a:pt x="3505201" y="1062416"/>
                    </a:lnTo>
                    <a:lnTo>
                      <a:pt x="3505201" y="1063625"/>
                    </a:lnTo>
                    <a:lnTo>
                      <a:pt x="531823" y="1063625"/>
                    </a:lnTo>
                    <a:lnTo>
                      <a:pt x="531813" y="1063626"/>
                    </a:lnTo>
                    <a:lnTo>
                      <a:pt x="531803" y="1063625"/>
                    </a:lnTo>
                    <a:lnTo>
                      <a:pt x="511176" y="1063625"/>
                    </a:lnTo>
                    <a:lnTo>
                      <a:pt x="511176" y="1061546"/>
                    </a:lnTo>
                    <a:lnTo>
                      <a:pt x="424634" y="1052822"/>
                    </a:lnTo>
                    <a:cubicBezTo>
                      <a:pt x="182296" y="1003232"/>
                      <a:pt x="0" y="788811"/>
                      <a:pt x="0" y="531813"/>
                    </a:cubicBezTo>
                    <a:cubicBezTo>
                      <a:pt x="0" y="274815"/>
                      <a:pt x="182296" y="60394"/>
                      <a:pt x="424634" y="10805"/>
                    </a:cubicBezTo>
                    <a:lnTo>
                      <a:pt x="511176" y="208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171431" dist="38100" dir="2700000" algn="tl" rotWithShape="0">
                  <a:prstClr val="black">
                    <a:alpha val="22733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C466750-E9EE-4D80-F2E0-32CE4467D4AB}"/>
                  </a:ext>
                </a:extLst>
              </p:cNvPr>
              <p:cNvSpPr/>
              <p:nvPr/>
            </p:nvSpPr>
            <p:spPr>
              <a:xfrm>
                <a:off x="7522797" y="2666676"/>
                <a:ext cx="863378" cy="863378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C17669-33FB-4763-4A4C-80423CB2549D}"/>
                  </a:ext>
                </a:extLst>
              </p:cNvPr>
              <p:cNvSpPr txBox="1"/>
              <p:nvPr/>
            </p:nvSpPr>
            <p:spPr>
              <a:xfrm>
                <a:off x="8497344" y="2887366"/>
                <a:ext cx="2581927" cy="4308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400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Lorem ipsum odor </a:t>
                </a:r>
                <a:r>
                  <a:rPr lang="en-US" sz="1400" err="1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amet</a:t>
                </a:r>
                <a:r>
                  <a:rPr lang="en-US" sz="1400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, </a:t>
                </a:r>
                <a:br>
                  <a:rPr lang="en-US" sz="1400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</a:br>
                <a:r>
                  <a:rPr lang="en-US" sz="1400" err="1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consectetuer</a:t>
                </a:r>
                <a:r>
                  <a:rPr lang="en-US" sz="1400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 </a:t>
                </a:r>
                <a:r>
                  <a:rPr lang="en-US" sz="1400" err="1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adipiscing</a:t>
                </a:r>
                <a:r>
                  <a:rPr lang="en-US" sz="1400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 </a:t>
                </a:r>
                <a:r>
                  <a:rPr lang="en-US" sz="1400" err="1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elit</a:t>
                </a:r>
                <a:r>
                  <a:rPr lang="en-US" sz="1400">
                    <a:solidFill>
                      <a:schemeClr val="bg1"/>
                    </a:solidFill>
                    <a:latin typeface="Poppins Light" panose="00000400000000000000" pitchFamily="2" charset="0"/>
                    <a:ea typeface="Tahoma" panose="020B0604030504040204" pitchFamily="34" charset="0"/>
                    <a:cs typeface="Poppins Light" panose="00000400000000000000" pitchFamily="2" charset="0"/>
                  </a:rPr>
                  <a:t>. 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03BC1B4-AEA5-A5A6-1329-A25C56C61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84633" y="5000798"/>
              <a:ext cx="425450" cy="406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88215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CF9644-3B4B-D764-8B30-40EEE476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6D1C96-ADDD-7152-DC22-E0D7FF1E563F}"/>
              </a:ext>
            </a:extLst>
          </p:cNvPr>
          <p:cNvCxnSpPr>
            <a:cxnSpLocks/>
          </p:cNvCxnSpPr>
          <p:nvPr/>
        </p:nvCxnSpPr>
        <p:spPr>
          <a:xfrm>
            <a:off x="7179030" y="4749146"/>
            <a:ext cx="453771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BC4378-C3F3-0FBB-C243-613F7D2282EA}"/>
              </a:ext>
            </a:extLst>
          </p:cNvPr>
          <p:cNvCxnSpPr>
            <a:cxnSpLocks/>
          </p:cNvCxnSpPr>
          <p:nvPr/>
        </p:nvCxnSpPr>
        <p:spPr>
          <a:xfrm>
            <a:off x="6287490" y="3404997"/>
            <a:ext cx="54292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110839-9844-A841-8ED0-ABCA7FDD4462}"/>
              </a:ext>
            </a:extLst>
          </p:cNvPr>
          <p:cNvCxnSpPr>
            <a:cxnSpLocks/>
          </p:cNvCxnSpPr>
          <p:nvPr/>
        </p:nvCxnSpPr>
        <p:spPr>
          <a:xfrm>
            <a:off x="5395950" y="2060848"/>
            <a:ext cx="63207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EF2613-1826-6E88-EC38-9C8319174F04}"/>
              </a:ext>
            </a:extLst>
          </p:cNvPr>
          <p:cNvSpPr txBox="1">
            <a:spLocks/>
          </p:cNvSpPr>
          <p:nvPr/>
        </p:nvSpPr>
        <p:spPr>
          <a:xfrm>
            <a:off x="7906079" y="1089914"/>
            <a:ext cx="3810661" cy="8366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 lang="en-US" sz="10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46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lang="en-US" sz="14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626400" indent="-156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808200" indent="-156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  <a:defRPr lang="en-US" sz="11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"/>
              <a:defRPr lang="en-US" sz="11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>
                <a:latin typeface="Poppins" pitchFamily="2" charset="77"/>
                <a:cs typeface="Poppins" pitchFamily="2" charset="77"/>
              </a:rPr>
              <a:t>Lorem ipsum </a:t>
            </a:r>
            <a:r>
              <a:rPr lang="en-GB" sz="1200" err="1">
                <a:latin typeface="Poppins" pitchFamily="2" charset="77"/>
                <a:cs typeface="Poppins" pitchFamily="2" charset="77"/>
              </a:rPr>
              <a:t>odor</a:t>
            </a:r>
            <a:r>
              <a:rPr lang="en-GB" sz="1200">
                <a:latin typeface="Poppins" pitchFamily="2" charset="77"/>
                <a:cs typeface="Poppins" pitchFamily="2" charset="77"/>
              </a:rPr>
              <a:t> </a:t>
            </a:r>
            <a:r>
              <a:rPr lang="en-GB" sz="1200" err="1">
                <a:latin typeface="Poppins" pitchFamily="2" charset="77"/>
                <a:cs typeface="Poppins" pitchFamily="2" charset="77"/>
              </a:rPr>
              <a:t>amet</a:t>
            </a:r>
            <a:endParaRPr lang="en-GB" sz="1200">
              <a:latin typeface="Poppins" pitchFamily="2" charset="77"/>
              <a:cs typeface="Poppins" pitchFamily="2" charset="77"/>
            </a:endParaRPr>
          </a:p>
          <a:p>
            <a:pPr algn="r"/>
            <a:r>
              <a:rPr lang="en-GB" sz="900"/>
              <a:t>Lorem ipsum </a:t>
            </a:r>
            <a:r>
              <a:rPr lang="en-GB" sz="900" err="1"/>
              <a:t>odor</a:t>
            </a:r>
            <a:r>
              <a:rPr lang="en-GB" sz="900"/>
              <a:t> </a:t>
            </a:r>
            <a:r>
              <a:rPr lang="en-GB" sz="900" err="1"/>
              <a:t>amet</a:t>
            </a:r>
            <a:r>
              <a:rPr lang="en-GB" sz="900"/>
              <a:t>, </a:t>
            </a:r>
            <a:r>
              <a:rPr lang="en-GB" sz="900" err="1"/>
              <a:t>consectetuer</a:t>
            </a:r>
            <a:r>
              <a:rPr lang="en-GB" sz="900"/>
              <a:t> </a:t>
            </a:r>
            <a:r>
              <a:rPr lang="en-GB" sz="900" err="1"/>
              <a:t>adipiscing</a:t>
            </a:r>
            <a:r>
              <a:rPr lang="en-GB" sz="900"/>
              <a:t> </a:t>
            </a:r>
            <a:r>
              <a:rPr lang="en-GB" sz="900" err="1"/>
              <a:t>elit</a:t>
            </a:r>
            <a:r>
              <a:rPr lang="en-GB" sz="900"/>
              <a:t>. </a:t>
            </a:r>
            <a:r>
              <a:rPr lang="en-GB" sz="900" err="1"/>
              <a:t>Urna</a:t>
            </a:r>
            <a:r>
              <a:rPr lang="en-GB" sz="900"/>
              <a:t> </a:t>
            </a:r>
            <a:r>
              <a:rPr lang="en-GB" sz="900" err="1"/>
              <a:t>justo</a:t>
            </a:r>
            <a:r>
              <a:rPr lang="en-GB" sz="900"/>
              <a:t> </a:t>
            </a:r>
            <a:r>
              <a:rPr lang="en-GB" sz="900" err="1"/>
              <a:t>aenean</a:t>
            </a:r>
            <a:r>
              <a:rPr lang="en-GB" sz="900"/>
              <a:t> </a:t>
            </a:r>
            <a:r>
              <a:rPr lang="en-GB" sz="900" err="1"/>
              <a:t>aliquet</a:t>
            </a:r>
            <a:r>
              <a:rPr lang="en-GB" sz="900"/>
              <a:t> in </a:t>
            </a:r>
            <a:r>
              <a:rPr lang="en-GB" sz="900" err="1"/>
              <a:t>eleifend</a:t>
            </a:r>
            <a:r>
              <a:rPr lang="en-GB" sz="900"/>
              <a:t> </a:t>
            </a:r>
            <a:r>
              <a:rPr lang="en-GB" sz="900" err="1"/>
              <a:t>venenatis</a:t>
            </a:r>
            <a:r>
              <a:rPr lang="en-GB" sz="900"/>
              <a:t> </a:t>
            </a:r>
            <a:r>
              <a:rPr lang="en-GB" sz="900" err="1"/>
              <a:t>dapibus</a:t>
            </a:r>
            <a:r>
              <a:rPr lang="en-GB" sz="900"/>
              <a:t> </a:t>
            </a:r>
            <a:r>
              <a:rPr lang="en-GB" sz="900" err="1"/>
              <a:t>montes</a:t>
            </a:r>
            <a:r>
              <a:rPr lang="en-GB" sz="900"/>
              <a:t> </a:t>
            </a:r>
            <a:r>
              <a:rPr lang="en-GB" sz="900" err="1"/>
              <a:t>natoque</a:t>
            </a:r>
            <a:r>
              <a:rPr lang="en-GB" sz="900"/>
              <a:t>. </a:t>
            </a:r>
            <a:r>
              <a:rPr lang="en-GB" sz="900" err="1"/>
              <a:t>Rutrum</a:t>
            </a:r>
            <a:r>
              <a:rPr lang="en-GB" sz="900"/>
              <a:t> vestibulum </a:t>
            </a:r>
            <a:r>
              <a:rPr lang="en-GB" sz="900" err="1"/>
              <a:t>facilisi</a:t>
            </a:r>
            <a:r>
              <a:rPr lang="en-GB" sz="900"/>
              <a:t> </a:t>
            </a:r>
            <a:r>
              <a:rPr lang="en-GB" sz="900" err="1"/>
              <a:t>leo</a:t>
            </a:r>
            <a:r>
              <a:rPr lang="en-GB" sz="900"/>
              <a:t> </a:t>
            </a:r>
            <a:r>
              <a:rPr lang="en-GB" sz="900" err="1"/>
              <a:t>facilisis</a:t>
            </a:r>
            <a:r>
              <a:rPr lang="en-GB" sz="900"/>
              <a:t> </a:t>
            </a:r>
            <a:r>
              <a:rPr lang="en-GB" sz="900" err="1"/>
              <a:t>iaculis</a:t>
            </a:r>
            <a:r>
              <a:rPr lang="en-GB" sz="900"/>
              <a:t> </a:t>
            </a:r>
            <a:r>
              <a:rPr lang="en-GB" sz="900" err="1"/>
              <a:t>nulla</a:t>
            </a:r>
            <a:r>
              <a:rPr lang="en-GB" sz="900"/>
              <a:t> </a:t>
            </a:r>
            <a:r>
              <a:rPr lang="en-GB" sz="900" err="1"/>
              <a:t>tincidunt</a:t>
            </a:r>
            <a:r>
              <a:rPr lang="en-GB" sz="900"/>
              <a:t> </a:t>
            </a:r>
            <a:r>
              <a:rPr lang="en-GB" sz="900" err="1"/>
              <a:t>habitasse</a:t>
            </a:r>
            <a:r>
              <a:rPr lang="en-GB" sz="900"/>
              <a:t>. </a:t>
            </a:r>
            <a:r>
              <a:rPr lang="en-GB" sz="900" err="1"/>
              <a:t>Interdum</a:t>
            </a:r>
            <a:r>
              <a:rPr lang="en-GB" sz="900"/>
              <a:t> </a:t>
            </a:r>
            <a:r>
              <a:rPr lang="en-GB" sz="900" err="1"/>
              <a:t>tellus</a:t>
            </a:r>
            <a:r>
              <a:rPr lang="en-GB" sz="900"/>
              <a:t> </a:t>
            </a:r>
            <a:r>
              <a:rPr lang="en-GB" sz="900" err="1"/>
              <a:t>penatibus</a:t>
            </a:r>
            <a:r>
              <a:rPr lang="en-GB" sz="900"/>
              <a:t> </a:t>
            </a:r>
            <a:r>
              <a:rPr lang="en-GB" sz="900" err="1"/>
              <a:t>sem</a:t>
            </a:r>
            <a:r>
              <a:rPr lang="en-GB" sz="900"/>
              <a:t> </a:t>
            </a:r>
            <a:r>
              <a:rPr lang="en-GB" sz="900" err="1"/>
              <a:t>nunc</a:t>
            </a:r>
            <a:r>
              <a:rPr lang="en-GB" sz="900"/>
              <a:t> </a:t>
            </a:r>
            <a:r>
              <a:rPr lang="en-GB" sz="900" err="1"/>
              <a:t>litora</a:t>
            </a:r>
            <a:r>
              <a:rPr lang="en-GB" sz="900"/>
              <a:t> </a:t>
            </a:r>
            <a:r>
              <a:rPr lang="en-GB" sz="900" err="1"/>
              <a:t>adipiscing</a:t>
            </a:r>
            <a:r>
              <a:rPr lang="en-GB" sz="900"/>
              <a:t>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CAF5D6B-8192-BFBB-07B7-5B25BDEBE8AD}"/>
              </a:ext>
            </a:extLst>
          </p:cNvPr>
          <p:cNvSpPr txBox="1">
            <a:spLocks/>
          </p:cNvSpPr>
          <p:nvPr/>
        </p:nvSpPr>
        <p:spPr>
          <a:xfrm>
            <a:off x="7906079" y="2470036"/>
            <a:ext cx="3810661" cy="8366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 lang="en-US" sz="10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46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lang="en-US" sz="14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626400" indent="-156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808200" indent="-156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  <a:defRPr lang="en-US" sz="11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"/>
              <a:defRPr lang="en-US" sz="11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>
                <a:latin typeface="Poppins" pitchFamily="2" charset="77"/>
                <a:cs typeface="Poppins" pitchFamily="2" charset="77"/>
              </a:rPr>
              <a:t>Lorem ipsum </a:t>
            </a:r>
            <a:r>
              <a:rPr lang="en-GB" sz="1200" err="1">
                <a:latin typeface="Poppins" pitchFamily="2" charset="77"/>
                <a:cs typeface="Poppins" pitchFamily="2" charset="77"/>
              </a:rPr>
              <a:t>odor</a:t>
            </a:r>
            <a:r>
              <a:rPr lang="en-GB" sz="1200">
                <a:latin typeface="Poppins" pitchFamily="2" charset="77"/>
                <a:cs typeface="Poppins" pitchFamily="2" charset="77"/>
              </a:rPr>
              <a:t> </a:t>
            </a:r>
            <a:r>
              <a:rPr lang="en-GB" sz="1200" err="1">
                <a:latin typeface="Poppins" pitchFamily="2" charset="77"/>
                <a:cs typeface="Poppins" pitchFamily="2" charset="77"/>
              </a:rPr>
              <a:t>amet</a:t>
            </a:r>
            <a:endParaRPr lang="en-GB" sz="1200">
              <a:latin typeface="Poppins" pitchFamily="2" charset="77"/>
              <a:cs typeface="Poppins" pitchFamily="2" charset="77"/>
            </a:endParaRPr>
          </a:p>
          <a:p>
            <a:pPr algn="r"/>
            <a:r>
              <a:rPr lang="en-GB" sz="900"/>
              <a:t>Lorem ipsum </a:t>
            </a:r>
            <a:r>
              <a:rPr lang="en-GB" sz="900" err="1"/>
              <a:t>odor</a:t>
            </a:r>
            <a:r>
              <a:rPr lang="en-GB" sz="900"/>
              <a:t> </a:t>
            </a:r>
            <a:r>
              <a:rPr lang="en-GB" sz="900" err="1"/>
              <a:t>amet</a:t>
            </a:r>
            <a:r>
              <a:rPr lang="en-GB" sz="900"/>
              <a:t>, </a:t>
            </a:r>
            <a:r>
              <a:rPr lang="en-GB" sz="900" err="1"/>
              <a:t>consectetuer</a:t>
            </a:r>
            <a:r>
              <a:rPr lang="en-GB" sz="900"/>
              <a:t> </a:t>
            </a:r>
            <a:r>
              <a:rPr lang="en-GB" sz="900" err="1"/>
              <a:t>adipiscing</a:t>
            </a:r>
            <a:r>
              <a:rPr lang="en-GB" sz="900"/>
              <a:t> </a:t>
            </a:r>
            <a:r>
              <a:rPr lang="en-GB" sz="900" err="1"/>
              <a:t>elit</a:t>
            </a:r>
            <a:r>
              <a:rPr lang="en-GB" sz="900"/>
              <a:t>. </a:t>
            </a:r>
            <a:r>
              <a:rPr lang="en-GB" sz="900" err="1"/>
              <a:t>Urna</a:t>
            </a:r>
            <a:r>
              <a:rPr lang="en-GB" sz="900"/>
              <a:t> </a:t>
            </a:r>
            <a:r>
              <a:rPr lang="en-GB" sz="900" err="1"/>
              <a:t>justo</a:t>
            </a:r>
            <a:r>
              <a:rPr lang="en-GB" sz="900"/>
              <a:t> </a:t>
            </a:r>
            <a:r>
              <a:rPr lang="en-GB" sz="900" err="1"/>
              <a:t>aenean</a:t>
            </a:r>
            <a:r>
              <a:rPr lang="en-GB" sz="900"/>
              <a:t> </a:t>
            </a:r>
            <a:r>
              <a:rPr lang="en-GB" sz="900" err="1"/>
              <a:t>aliquet</a:t>
            </a:r>
            <a:r>
              <a:rPr lang="en-GB" sz="900"/>
              <a:t> in </a:t>
            </a:r>
            <a:r>
              <a:rPr lang="en-GB" sz="900" err="1"/>
              <a:t>eleifend</a:t>
            </a:r>
            <a:r>
              <a:rPr lang="en-GB" sz="900"/>
              <a:t> </a:t>
            </a:r>
            <a:r>
              <a:rPr lang="en-GB" sz="900" err="1"/>
              <a:t>venenatis</a:t>
            </a:r>
            <a:r>
              <a:rPr lang="en-GB" sz="900"/>
              <a:t> </a:t>
            </a:r>
            <a:r>
              <a:rPr lang="en-GB" sz="900" err="1"/>
              <a:t>dapibus</a:t>
            </a:r>
            <a:r>
              <a:rPr lang="en-GB" sz="900"/>
              <a:t> </a:t>
            </a:r>
            <a:r>
              <a:rPr lang="en-GB" sz="900" err="1"/>
              <a:t>montes</a:t>
            </a:r>
            <a:r>
              <a:rPr lang="en-GB" sz="900"/>
              <a:t> </a:t>
            </a:r>
            <a:r>
              <a:rPr lang="en-GB" sz="900" err="1"/>
              <a:t>natoque</a:t>
            </a:r>
            <a:r>
              <a:rPr lang="en-GB" sz="900"/>
              <a:t>. </a:t>
            </a:r>
            <a:r>
              <a:rPr lang="en-GB" sz="900" err="1"/>
              <a:t>Rutrum</a:t>
            </a:r>
            <a:r>
              <a:rPr lang="en-GB" sz="900"/>
              <a:t> vestibulum </a:t>
            </a:r>
            <a:r>
              <a:rPr lang="en-GB" sz="900" err="1"/>
              <a:t>facilisi</a:t>
            </a:r>
            <a:r>
              <a:rPr lang="en-GB" sz="900"/>
              <a:t> </a:t>
            </a:r>
            <a:r>
              <a:rPr lang="en-GB" sz="900" err="1"/>
              <a:t>leo</a:t>
            </a:r>
            <a:r>
              <a:rPr lang="en-GB" sz="900"/>
              <a:t> </a:t>
            </a:r>
            <a:r>
              <a:rPr lang="en-GB" sz="900" err="1"/>
              <a:t>facilisis</a:t>
            </a:r>
            <a:r>
              <a:rPr lang="en-GB" sz="900"/>
              <a:t> </a:t>
            </a:r>
            <a:r>
              <a:rPr lang="en-GB" sz="900" err="1"/>
              <a:t>iaculis</a:t>
            </a:r>
            <a:r>
              <a:rPr lang="en-GB" sz="900"/>
              <a:t> </a:t>
            </a:r>
            <a:r>
              <a:rPr lang="en-GB" sz="900" err="1"/>
              <a:t>nulla</a:t>
            </a:r>
            <a:r>
              <a:rPr lang="en-GB" sz="900"/>
              <a:t> </a:t>
            </a:r>
            <a:r>
              <a:rPr lang="en-GB" sz="900" err="1"/>
              <a:t>tincidunt</a:t>
            </a:r>
            <a:r>
              <a:rPr lang="en-GB" sz="900"/>
              <a:t> </a:t>
            </a:r>
            <a:r>
              <a:rPr lang="en-GB" sz="900" err="1"/>
              <a:t>habitasse</a:t>
            </a:r>
            <a:r>
              <a:rPr lang="en-GB" sz="900"/>
              <a:t>. </a:t>
            </a:r>
            <a:r>
              <a:rPr lang="en-GB" sz="900" err="1"/>
              <a:t>Interdum</a:t>
            </a:r>
            <a:r>
              <a:rPr lang="en-GB" sz="900"/>
              <a:t> </a:t>
            </a:r>
            <a:r>
              <a:rPr lang="en-GB" sz="900" err="1"/>
              <a:t>tellus</a:t>
            </a:r>
            <a:r>
              <a:rPr lang="en-GB" sz="900"/>
              <a:t> </a:t>
            </a:r>
            <a:r>
              <a:rPr lang="en-GB" sz="900" err="1"/>
              <a:t>penatibus</a:t>
            </a:r>
            <a:r>
              <a:rPr lang="en-GB" sz="900"/>
              <a:t> </a:t>
            </a:r>
            <a:r>
              <a:rPr lang="en-GB" sz="900" err="1"/>
              <a:t>sem</a:t>
            </a:r>
            <a:r>
              <a:rPr lang="en-GB" sz="900"/>
              <a:t> </a:t>
            </a:r>
            <a:r>
              <a:rPr lang="en-GB" sz="900" err="1"/>
              <a:t>nunc</a:t>
            </a:r>
            <a:r>
              <a:rPr lang="en-GB" sz="900"/>
              <a:t> </a:t>
            </a:r>
            <a:r>
              <a:rPr lang="en-GB" sz="900" err="1"/>
              <a:t>litora</a:t>
            </a:r>
            <a:r>
              <a:rPr lang="en-GB" sz="900"/>
              <a:t> </a:t>
            </a:r>
            <a:r>
              <a:rPr lang="en-GB" sz="900" err="1"/>
              <a:t>adipiscing</a:t>
            </a:r>
            <a:r>
              <a:rPr lang="en-GB" sz="900"/>
              <a:t>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615BA-E241-869A-7F7F-6565DA5B52F5}"/>
              </a:ext>
            </a:extLst>
          </p:cNvPr>
          <p:cNvCxnSpPr>
            <a:cxnSpLocks/>
          </p:cNvCxnSpPr>
          <p:nvPr/>
        </p:nvCxnSpPr>
        <p:spPr>
          <a:xfrm>
            <a:off x="8059140" y="6093296"/>
            <a:ext cx="3657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BEF4BC0-F622-EB8C-1DCD-594815BF9D98}"/>
              </a:ext>
            </a:extLst>
          </p:cNvPr>
          <p:cNvSpPr txBox="1">
            <a:spLocks/>
          </p:cNvSpPr>
          <p:nvPr/>
        </p:nvSpPr>
        <p:spPr>
          <a:xfrm>
            <a:off x="7906079" y="3790692"/>
            <a:ext cx="3810661" cy="8366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 lang="en-US" sz="10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46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lang="en-US" sz="14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626400" indent="-156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808200" indent="-156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  <a:defRPr lang="en-US" sz="11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"/>
              <a:defRPr lang="en-US" sz="11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>
                <a:latin typeface="Poppins" pitchFamily="2" charset="77"/>
                <a:cs typeface="Poppins" pitchFamily="2" charset="77"/>
              </a:rPr>
              <a:t>Lorem ipsum </a:t>
            </a:r>
            <a:r>
              <a:rPr lang="en-GB" sz="1200" err="1">
                <a:latin typeface="Poppins" pitchFamily="2" charset="77"/>
                <a:cs typeface="Poppins" pitchFamily="2" charset="77"/>
              </a:rPr>
              <a:t>odor</a:t>
            </a:r>
            <a:r>
              <a:rPr lang="en-GB" sz="1200">
                <a:latin typeface="Poppins" pitchFamily="2" charset="77"/>
                <a:cs typeface="Poppins" pitchFamily="2" charset="77"/>
              </a:rPr>
              <a:t> </a:t>
            </a:r>
            <a:r>
              <a:rPr lang="en-GB" sz="1200" err="1">
                <a:latin typeface="Poppins" pitchFamily="2" charset="77"/>
                <a:cs typeface="Poppins" pitchFamily="2" charset="77"/>
              </a:rPr>
              <a:t>amet</a:t>
            </a:r>
            <a:endParaRPr lang="en-GB" sz="1200">
              <a:latin typeface="Poppins" pitchFamily="2" charset="77"/>
              <a:cs typeface="Poppins" pitchFamily="2" charset="77"/>
            </a:endParaRPr>
          </a:p>
          <a:p>
            <a:pPr algn="r"/>
            <a:r>
              <a:rPr lang="en-GB" sz="900"/>
              <a:t>Lorem ipsum </a:t>
            </a:r>
            <a:r>
              <a:rPr lang="en-GB" sz="900" err="1"/>
              <a:t>odor</a:t>
            </a:r>
            <a:r>
              <a:rPr lang="en-GB" sz="900"/>
              <a:t> </a:t>
            </a:r>
            <a:r>
              <a:rPr lang="en-GB" sz="900" err="1"/>
              <a:t>amet</a:t>
            </a:r>
            <a:r>
              <a:rPr lang="en-GB" sz="900"/>
              <a:t>, </a:t>
            </a:r>
            <a:r>
              <a:rPr lang="en-GB" sz="900" err="1"/>
              <a:t>consectetuer</a:t>
            </a:r>
            <a:r>
              <a:rPr lang="en-GB" sz="900"/>
              <a:t> </a:t>
            </a:r>
            <a:r>
              <a:rPr lang="en-GB" sz="900" err="1"/>
              <a:t>adipiscing</a:t>
            </a:r>
            <a:r>
              <a:rPr lang="en-GB" sz="900"/>
              <a:t> </a:t>
            </a:r>
            <a:r>
              <a:rPr lang="en-GB" sz="900" err="1"/>
              <a:t>elit</a:t>
            </a:r>
            <a:r>
              <a:rPr lang="en-GB" sz="900"/>
              <a:t>. </a:t>
            </a:r>
            <a:r>
              <a:rPr lang="en-GB" sz="900" err="1"/>
              <a:t>Urna</a:t>
            </a:r>
            <a:r>
              <a:rPr lang="en-GB" sz="900"/>
              <a:t> </a:t>
            </a:r>
            <a:r>
              <a:rPr lang="en-GB" sz="900" err="1"/>
              <a:t>justo</a:t>
            </a:r>
            <a:r>
              <a:rPr lang="en-GB" sz="900"/>
              <a:t> </a:t>
            </a:r>
            <a:r>
              <a:rPr lang="en-GB" sz="900" err="1"/>
              <a:t>aenean</a:t>
            </a:r>
            <a:r>
              <a:rPr lang="en-GB" sz="900"/>
              <a:t> </a:t>
            </a:r>
            <a:r>
              <a:rPr lang="en-GB" sz="900" err="1"/>
              <a:t>aliquet</a:t>
            </a:r>
            <a:r>
              <a:rPr lang="en-GB" sz="900"/>
              <a:t> in </a:t>
            </a:r>
            <a:r>
              <a:rPr lang="en-GB" sz="900" err="1"/>
              <a:t>eleifend</a:t>
            </a:r>
            <a:r>
              <a:rPr lang="en-GB" sz="900"/>
              <a:t> </a:t>
            </a:r>
            <a:r>
              <a:rPr lang="en-GB" sz="900" err="1"/>
              <a:t>venenatis</a:t>
            </a:r>
            <a:r>
              <a:rPr lang="en-GB" sz="900"/>
              <a:t> </a:t>
            </a:r>
            <a:r>
              <a:rPr lang="en-GB" sz="900" err="1"/>
              <a:t>dapibus</a:t>
            </a:r>
            <a:r>
              <a:rPr lang="en-GB" sz="900"/>
              <a:t> </a:t>
            </a:r>
            <a:r>
              <a:rPr lang="en-GB" sz="900" err="1"/>
              <a:t>montes</a:t>
            </a:r>
            <a:r>
              <a:rPr lang="en-GB" sz="900"/>
              <a:t> </a:t>
            </a:r>
            <a:r>
              <a:rPr lang="en-GB" sz="900" err="1"/>
              <a:t>natoque</a:t>
            </a:r>
            <a:r>
              <a:rPr lang="en-GB" sz="900"/>
              <a:t>. </a:t>
            </a:r>
            <a:r>
              <a:rPr lang="en-GB" sz="900" err="1"/>
              <a:t>Rutrum</a:t>
            </a:r>
            <a:r>
              <a:rPr lang="en-GB" sz="900"/>
              <a:t> vestibulum </a:t>
            </a:r>
            <a:r>
              <a:rPr lang="en-GB" sz="900" err="1"/>
              <a:t>facilisi</a:t>
            </a:r>
            <a:r>
              <a:rPr lang="en-GB" sz="900"/>
              <a:t> </a:t>
            </a:r>
            <a:r>
              <a:rPr lang="en-GB" sz="900" err="1"/>
              <a:t>leo</a:t>
            </a:r>
            <a:r>
              <a:rPr lang="en-GB" sz="900"/>
              <a:t> </a:t>
            </a:r>
            <a:r>
              <a:rPr lang="en-GB" sz="900" err="1"/>
              <a:t>facilisis</a:t>
            </a:r>
            <a:r>
              <a:rPr lang="en-GB" sz="900"/>
              <a:t> </a:t>
            </a:r>
            <a:r>
              <a:rPr lang="en-GB" sz="900" err="1"/>
              <a:t>iaculis</a:t>
            </a:r>
            <a:r>
              <a:rPr lang="en-GB" sz="900"/>
              <a:t> </a:t>
            </a:r>
            <a:r>
              <a:rPr lang="en-GB" sz="900" err="1"/>
              <a:t>nulla</a:t>
            </a:r>
            <a:r>
              <a:rPr lang="en-GB" sz="900"/>
              <a:t> </a:t>
            </a:r>
            <a:r>
              <a:rPr lang="en-GB" sz="900" err="1"/>
              <a:t>tincidunt</a:t>
            </a:r>
            <a:r>
              <a:rPr lang="en-GB" sz="900"/>
              <a:t> </a:t>
            </a:r>
            <a:r>
              <a:rPr lang="en-GB" sz="900" err="1"/>
              <a:t>habitasse</a:t>
            </a:r>
            <a:r>
              <a:rPr lang="en-GB" sz="900"/>
              <a:t>. </a:t>
            </a:r>
            <a:r>
              <a:rPr lang="en-GB" sz="900" err="1"/>
              <a:t>Interdum</a:t>
            </a:r>
            <a:r>
              <a:rPr lang="en-GB" sz="900"/>
              <a:t> </a:t>
            </a:r>
            <a:r>
              <a:rPr lang="en-GB" sz="900" err="1"/>
              <a:t>tellus</a:t>
            </a:r>
            <a:r>
              <a:rPr lang="en-GB" sz="900"/>
              <a:t> </a:t>
            </a:r>
            <a:r>
              <a:rPr lang="en-GB" sz="900" err="1"/>
              <a:t>penatibus</a:t>
            </a:r>
            <a:r>
              <a:rPr lang="en-GB" sz="900"/>
              <a:t> </a:t>
            </a:r>
            <a:r>
              <a:rPr lang="en-GB" sz="900" err="1"/>
              <a:t>sem</a:t>
            </a:r>
            <a:r>
              <a:rPr lang="en-GB" sz="900"/>
              <a:t> </a:t>
            </a:r>
            <a:r>
              <a:rPr lang="en-GB" sz="900" err="1"/>
              <a:t>nunc</a:t>
            </a:r>
            <a:r>
              <a:rPr lang="en-GB" sz="900"/>
              <a:t> </a:t>
            </a:r>
            <a:r>
              <a:rPr lang="en-GB" sz="900" err="1"/>
              <a:t>litora</a:t>
            </a:r>
            <a:r>
              <a:rPr lang="en-GB" sz="900"/>
              <a:t> </a:t>
            </a:r>
            <a:r>
              <a:rPr lang="en-GB" sz="900" err="1"/>
              <a:t>adipiscing</a:t>
            </a:r>
            <a:r>
              <a:rPr lang="en-GB" sz="900"/>
              <a:t>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7327B1D-4655-9BA1-B046-16FB2D03549A}"/>
              </a:ext>
            </a:extLst>
          </p:cNvPr>
          <p:cNvSpPr txBox="1">
            <a:spLocks/>
          </p:cNvSpPr>
          <p:nvPr/>
        </p:nvSpPr>
        <p:spPr>
          <a:xfrm>
            <a:off x="7906079" y="5135984"/>
            <a:ext cx="3810661" cy="8366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 lang="en-US" sz="10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46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lang="en-US" sz="14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626400" indent="-156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808200" indent="-156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  <a:defRPr lang="en-US" sz="11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"/>
              <a:defRPr lang="en-US" sz="1100" kern="1200" dirty="0">
                <a:solidFill>
                  <a:schemeClr val="accent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>
                <a:latin typeface="Poppins" pitchFamily="2" charset="77"/>
                <a:cs typeface="Poppins" pitchFamily="2" charset="77"/>
              </a:rPr>
              <a:t>Lorem ipsum </a:t>
            </a:r>
            <a:r>
              <a:rPr lang="en-GB" sz="1200" err="1">
                <a:latin typeface="Poppins" pitchFamily="2" charset="77"/>
                <a:cs typeface="Poppins" pitchFamily="2" charset="77"/>
              </a:rPr>
              <a:t>odor</a:t>
            </a:r>
            <a:r>
              <a:rPr lang="en-GB" sz="1200">
                <a:latin typeface="Poppins" pitchFamily="2" charset="77"/>
                <a:cs typeface="Poppins" pitchFamily="2" charset="77"/>
              </a:rPr>
              <a:t> </a:t>
            </a:r>
            <a:r>
              <a:rPr lang="en-GB" sz="1200" err="1">
                <a:latin typeface="Poppins" pitchFamily="2" charset="77"/>
                <a:cs typeface="Poppins" pitchFamily="2" charset="77"/>
              </a:rPr>
              <a:t>amet</a:t>
            </a:r>
            <a:endParaRPr lang="en-GB" sz="1200">
              <a:latin typeface="Poppins" pitchFamily="2" charset="77"/>
              <a:cs typeface="Poppins" pitchFamily="2" charset="77"/>
            </a:endParaRPr>
          </a:p>
          <a:p>
            <a:pPr algn="r"/>
            <a:r>
              <a:rPr lang="en-GB" sz="900"/>
              <a:t>Lorem ipsum </a:t>
            </a:r>
            <a:r>
              <a:rPr lang="en-GB" sz="900" err="1"/>
              <a:t>odor</a:t>
            </a:r>
            <a:r>
              <a:rPr lang="en-GB" sz="900"/>
              <a:t> </a:t>
            </a:r>
            <a:r>
              <a:rPr lang="en-GB" sz="900" err="1"/>
              <a:t>amet</a:t>
            </a:r>
            <a:r>
              <a:rPr lang="en-GB" sz="900"/>
              <a:t>, </a:t>
            </a:r>
            <a:r>
              <a:rPr lang="en-GB" sz="900" err="1"/>
              <a:t>consectetuer</a:t>
            </a:r>
            <a:r>
              <a:rPr lang="en-GB" sz="900"/>
              <a:t> </a:t>
            </a:r>
            <a:r>
              <a:rPr lang="en-GB" sz="900" err="1"/>
              <a:t>adipiscing</a:t>
            </a:r>
            <a:r>
              <a:rPr lang="en-GB" sz="900"/>
              <a:t> </a:t>
            </a:r>
            <a:r>
              <a:rPr lang="en-GB" sz="900" err="1"/>
              <a:t>elit</a:t>
            </a:r>
            <a:r>
              <a:rPr lang="en-GB" sz="900"/>
              <a:t>. </a:t>
            </a:r>
            <a:r>
              <a:rPr lang="en-GB" sz="900" err="1"/>
              <a:t>Urna</a:t>
            </a:r>
            <a:r>
              <a:rPr lang="en-GB" sz="900"/>
              <a:t> </a:t>
            </a:r>
            <a:r>
              <a:rPr lang="en-GB" sz="900" err="1"/>
              <a:t>justo</a:t>
            </a:r>
            <a:r>
              <a:rPr lang="en-GB" sz="900"/>
              <a:t> </a:t>
            </a:r>
            <a:r>
              <a:rPr lang="en-GB" sz="900" err="1"/>
              <a:t>aenean</a:t>
            </a:r>
            <a:r>
              <a:rPr lang="en-GB" sz="900"/>
              <a:t> </a:t>
            </a:r>
            <a:r>
              <a:rPr lang="en-GB" sz="900" err="1"/>
              <a:t>aliquet</a:t>
            </a:r>
            <a:r>
              <a:rPr lang="en-GB" sz="900"/>
              <a:t> in </a:t>
            </a:r>
            <a:r>
              <a:rPr lang="en-GB" sz="900" err="1"/>
              <a:t>eleifend</a:t>
            </a:r>
            <a:r>
              <a:rPr lang="en-GB" sz="900"/>
              <a:t> </a:t>
            </a:r>
            <a:r>
              <a:rPr lang="en-GB" sz="900" err="1"/>
              <a:t>venenatis</a:t>
            </a:r>
            <a:r>
              <a:rPr lang="en-GB" sz="900"/>
              <a:t> </a:t>
            </a:r>
            <a:r>
              <a:rPr lang="en-GB" sz="900" err="1"/>
              <a:t>dapibus</a:t>
            </a:r>
            <a:r>
              <a:rPr lang="en-GB" sz="900"/>
              <a:t> </a:t>
            </a:r>
            <a:r>
              <a:rPr lang="en-GB" sz="900" err="1"/>
              <a:t>montes</a:t>
            </a:r>
            <a:r>
              <a:rPr lang="en-GB" sz="900"/>
              <a:t> </a:t>
            </a:r>
            <a:r>
              <a:rPr lang="en-GB" sz="900" err="1"/>
              <a:t>natoque</a:t>
            </a:r>
            <a:r>
              <a:rPr lang="en-GB" sz="900"/>
              <a:t>. </a:t>
            </a:r>
            <a:r>
              <a:rPr lang="en-GB" sz="900" err="1"/>
              <a:t>Rutrum</a:t>
            </a:r>
            <a:r>
              <a:rPr lang="en-GB" sz="900"/>
              <a:t> vestibulum </a:t>
            </a:r>
            <a:r>
              <a:rPr lang="en-GB" sz="900" err="1"/>
              <a:t>facilisi</a:t>
            </a:r>
            <a:r>
              <a:rPr lang="en-GB" sz="900"/>
              <a:t> </a:t>
            </a:r>
            <a:r>
              <a:rPr lang="en-GB" sz="900" err="1"/>
              <a:t>leo</a:t>
            </a:r>
            <a:r>
              <a:rPr lang="en-GB" sz="900"/>
              <a:t> </a:t>
            </a:r>
            <a:r>
              <a:rPr lang="en-GB" sz="900" err="1"/>
              <a:t>facilisis</a:t>
            </a:r>
            <a:r>
              <a:rPr lang="en-GB" sz="900"/>
              <a:t> </a:t>
            </a:r>
            <a:r>
              <a:rPr lang="en-GB" sz="900" err="1"/>
              <a:t>iaculis</a:t>
            </a:r>
            <a:r>
              <a:rPr lang="en-GB" sz="900"/>
              <a:t> </a:t>
            </a:r>
            <a:r>
              <a:rPr lang="en-GB" sz="900" err="1"/>
              <a:t>nulla</a:t>
            </a:r>
            <a:r>
              <a:rPr lang="en-GB" sz="900"/>
              <a:t> </a:t>
            </a:r>
            <a:r>
              <a:rPr lang="en-GB" sz="900" err="1"/>
              <a:t>tincidunt</a:t>
            </a:r>
            <a:r>
              <a:rPr lang="en-GB" sz="900"/>
              <a:t> </a:t>
            </a:r>
            <a:r>
              <a:rPr lang="en-GB" sz="900" err="1"/>
              <a:t>habitasse</a:t>
            </a:r>
            <a:r>
              <a:rPr lang="en-GB" sz="900"/>
              <a:t>. </a:t>
            </a:r>
            <a:r>
              <a:rPr lang="en-GB" sz="900" err="1"/>
              <a:t>Interdum</a:t>
            </a:r>
            <a:r>
              <a:rPr lang="en-GB" sz="900"/>
              <a:t> </a:t>
            </a:r>
            <a:r>
              <a:rPr lang="en-GB" sz="900" err="1"/>
              <a:t>tellus</a:t>
            </a:r>
            <a:r>
              <a:rPr lang="en-GB" sz="900"/>
              <a:t> </a:t>
            </a:r>
            <a:r>
              <a:rPr lang="en-GB" sz="900" err="1"/>
              <a:t>penatibus</a:t>
            </a:r>
            <a:r>
              <a:rPr lang="en-GB" sz="900"/>
              <a:t> </a:t>
            </a:r>
            <a:r>
              <a:rPr lang="en-GB" sz="900" err="1"/>
              <a:t>sem</a:t>
            </a:r>
            <a:r>
              <a:rPr lang="en-GB" sz="900"/>
              <a:t> </a:t>
            </a:r>
            <a:r>
              <a:rPr lang="en-GB" sz="900" err="1"/>
              <a:t>nunc</a:t>
            </a:r>
            <a:r>
              <a:rPr lang="en-GB" sz="900"/>
              <a:t> </a:t>
            </a:r>
            <a:r>
              <a:rPr lang="en-GB" sz="900" err="1"/>
              <a:t>litora</a:t>
            </a:r>
            <a:r>
              <a:rPr lang="en-GB" sz="900"/>
              <a:t> </a:t>
            </a:r>
            <a:r>
              <a:rPr lang="en-GB" sz="900" err="1"/>
              <a:t>adipiscing</a:t>
            </a:r>
            <a:r>
              <a:rPr lang="en-GB" sz="900"/>
              <a:t>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0607E33-6ED4-C797-CDD8-562038E4D22C}"/>
              </a:ext>
            </a:extLst>
          </p:cNvPr>
          <p:cNvSpPr/>
          <p:nvPr/>
        </p:nvSpPr>
        <p:spPr>
          <a:xfrm>
            <a:off x="639257" y="4940459"/>
            <a:ext cx="6817395" cy="1224891"/>
          </a:xfrm>
          <a:custGeom>
            <a:avLst/>
            <a:gdLst>
              <a:gd name="connsiteX0" fmla="*/ 536812 w 6200623"/>
              <a:gd name="connsiteY0" fmla="*/ 75258 h 1114075"/>
              <a:gd name="connsiteX1" fmla="*/ 27087 w 6200623"/>
              <a:gd name="connsiteY1" fmla="*/ 858171 h 1114075"/>
              <a:gd name="connsiteX2" fmla="*/ 165915 w 6200623"/>
              <a:gd name="connsiteY2" fmla="*/ 1114075 h 1114075"/>
              <a:gd name="connsiteX3" fmla="*/ 6034706 w 6200623"/>
              <a:gd name="connsiteY3" fmla="*/ 1114075 h 1114075"/>
              <a:gd name="connsiteX4" fmla="*/ 6173533 w 6200623"/>
              <a:gd name="connsiteY4" fmla="*/ 858171 h 1114075"/>
              <a:gd name="connsiteX5" fmla="*/ 5663811 w 6200623"/>
              <a:gd name="connsiteY5" fmla="*/ 75258 h 1114075"/>
              <a:gd name="connsiteX6" fmla="*/ 5524983 w 6200623"/>
              <a:gd name="connsiteY6" fmla="*/ 0 h 1114075"/>
              <a:gd name="connsiteX7" fmla="*/ 675641 w 6200623"/>
              <a:gd name="connsiteY7" fmla="*/ 0 h 1114075"/>
              <a:gd name="connsiteX8" fmla="*/ 536812 w 6200623"/>
              <a:gd name="connsiteY8" fmla="*/ 75258 h 111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00623" h="1114075">
                <a:moveTo>
                  <a:pt x="536812" y="75258"/>
                </a:moveTo>
                <a:lnTo>
                  <a:pt x="27087" y="858171"/>
                </a:lnTo>
                <a:cubicBezTo>
                  <a:pt x="-44627" y="968324"/>
                  <a:pt x="34445" y="1114075"/>
                  <a:pt x="165915" y="1114075"/>
                </a:cubicBezTo>
                <a:lnTo>
                  <a:pt x="6034706" y="1114075"/>
                </a:lnTo>
                <a:cubicBezTo>
                  <a:pt x="6166180" y="1114075"/>
                  <a:pt x="6245254" y="968324"/>
                  <a:pt x="6173533" y="858171"/>
                </a:cubicBezTo>
                <a:lnTo>
                  <a:pt x="5663811" y="75258"/>
                </a:lnTo>
                <a:cubicBezTo>
                  <a:pt x="5633246" y="28312"/>
                  <a:pt x="5581010" y="0"/>
                  <a:pt x="5524983" y="0"/>
                </a:cubicBezTo>
                <a:lnTo>
                  <a:pt x="675641" y="0"/>
                </a:lnTo>
                <a:cubicBezTo>
                  <a:pt x="619609" y="0"/>
                  <a:pt x="567376" y="28312"/>
                  <a:pt x="536812" y="75258"/>
                </a:cubicBezTo>
                <a:close/>
              </a:path>
            </a:pathLst>
          </a:custGeom>
          <a:solidFill>
            <a:schemeClr val="accent1"/>
          </a:solidFill>
          <a:ln w="10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5261A30-989C-6E4F-F11C-341C9E128790}"/>
              </a:ext>
            </a:extLst>
          </p:cNvPr>
          <p:cNvSpPr/>
          <p:nvPr/>
        </p:nvSpPr>
        <p:spPr>
          <a:xfrm>
            <a:off x="3128427" y="480060"/>
            <a:ext cx="1839055" cy="1461932"/>
          </a:xfrm>
          <a:custGeom>
            <a:avLst/>
            <a:gdLst>
              <a:gd name="connsiteX0" fmla="*/ 1656678 w 1672675"/>
              <a:gd name="connsiteY0" fmla="*/ 1178495 h 1329671"/>
              <a:gd name="connsiteX1" fmla="*/ 918353 w 1672675"/>
              <a:gd name="connsiteY1" fmla="*/ 44459 h 1329671"/>
              <a:gd name="connsiteX2" fmla="*/ 754334 w 1672675"/>
              <a:gd name="connsiteY2" fmla="*/ 44459 h 1329671"/>
              <a:gd name="connsiteX3" fmla="*/ 15998 w 1672675"/>
              <a:gd name="connsiteY3" fmla="*/ 1178495 h 1329671"/>
              <a:gd name="connsiteX4" fmla="*/ 98007 w 1672675"/>
              <a:gd name="connsiteY4" fmla="*/ 1329671 h 1329671"/>
              <a:gd name="connsiteX5" fmla="*/ 1574669 w 1672675"/>
              <a:gd name="connsiteY5" fmla="*/ 1329671 h 1329671"/>
              <a:gd name="connsiteX6" fmla="*/ 1656678 w 1672675"/>
              <a:gd name="connsiteY6" fmla="*/ 1178495 h 1329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675" h="1329671">
                <a:moveTo>
                  <a:pt x="1656678" y="1178495"/>
                </a:moveTo>
                <a:lnTo>
                  <a:pt x="918353" y="44459"/>
                </a:lnTo>
                <a:cubicBezTo>
                  <a:pt x="879753" y="-14820"/>
                  <a:pt x="792923" y="-14820"/>
                  <a:pt x="754334" y="44459"/>
                </a:cubicBezTo>
                <a:lnTo>
                  <a:pt x="15998" y="1178495"/>
                </a:lnTo>
                <a:cubicBezTo>
                  <a:pt x="-26361" y="1243565"/>
                  <a:pt x="20352" y="1329671"/>
                  <a:pt x="98007" y="1329671"/>
                </a:cubicBezTo>
                <a:lnTo>
                  <a:pt x="1574669" y="1329671"/>
                </a:lnTo>
                <a:cubicBezTo>
                  <a:pt x="1652324" y="1329671"/>
                  <a:pt x="1699037" y="1243565"/>
                  <a:pt x="1656678" y="1178495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10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95F45D2-5991-0010-7E2D-99400B2BEF30}"/>
              </a:ext>
            </a:extLst>
          </p:cNvPr>
          <p:cNvSpPr/>
          <p:nvPr/>
        </p:nvSpPr>
        <p:spPr>
          <a:xfrm>
            <a:off x="2259103" y="2043222"/>
            <a:ext cx="3577702" cy="1388212"/>
          </a:xfrm>
          <a:custGeom>
            <a:avLst/>
            <a:gdLst>
              <a:gd name="connsiteX0" fmla="*/ 668290 w 3254026"/>
              <a:gd name="connsiteY0" fmla="*/ 61378 h 1262620"/>
              <a:gd name="connsiteX1" fmla="*/ 22090 w 3254026"/>
              <a:gd name="connsiteY1" fmla="*/ 1053911 h 1262620"/>
              <a:gd name="connsiteX2" fmla="*/ 135324 w 3254026"/>
              <a:gd name="connsiteY2" fmla="*/ 1262620 h 1262620"/>
              <a:gd name="connsiteX3" fmla="*/ 3118702 w 3254026"/>
              <a:gd name="connsiteY3" fmla="*/ 1262620 h 1262620"/>
              <a:gd name="connsiteX4" fmla="*/ 3231936 w 3254026"/>
              <a:gd name="connsiteY4" fmla="*/ 1053911 h 1262620"/>
              <a:gd name="connsiteX5" fmla="*/ 2585737 w 3254026"/>
              <a:gd name="connsiteY5" fmla="*/ 61378 h 1262620"/>
              <a:gd name="connsiteX6" fmla="*/ 2472513 w 3254026"/>
              <a:gd name="connsiteY6" fmla="*/ 0 h 1262620"/>
              <a:gd name="connsiteX7" fmla="*/ 781524 w 3254026"/>
              <a:gd name="connsiteY7" fmla="*/ 0 h 1262620"/>
              <a:gd name="connsiteX8" fmla="*/ 668290 w 3254026"/>
              <a:gd name="connsiteY8" fmla="*/ 61378 h 126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4026" h="1262620">
                <a:moveTo>
                  <a:pt x="668290" y="61378"/>
                </a:moveTo>
                <a:lnTo>
                  <a:pt x="22090" y="1053911"/>
                </a:lnTo>
                <a:cubicBezTo>
                  <a:pt x="-36395" y="1143741"/>
                  <a:pt x="28090" y="1262620"/>
                  <a:pt x="135324" y="1262620"/>
                </a:cubicBezTo>
                <a:lnTo>
                  <a:pt x="3118702" y="1262620"/>
                </a:lnTo>
                <a:cubicBezTo>
                  <a:pt x="3225936" y="1262620"/>
                  <a:pt x="3290422" y="1143741"/>
                  <a:pt x="3231936" y="1053911"/>
                </a:cubicBezTo>
                <a:lnTo>
                  <a:pt x="2585737" y="61378"/>
                </a:lnTo>
                <a:cubicBezTo>
                  <a:pt x="2560815" y="23094"/>
                  <a:pt x="2518207" y="0"/>
                  <a:pt x="2472513" y="0"/>
                </a:cubicBezTo>
                <a:lnTo>
                  <a:pt x="781524" y="0"/>
                </a:lnTo>
                <a:cubicBezTo>
                  <a:pt x="735819" y="0"/>
                  <a:pt x="693222" y="23094"/>
                  <a:pt x="668290" y="6137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0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E03A6D9-8D62-C378-E284-80322FF85DDD}"/>
              </a:ext>
            </a:extLst>
          </p:cNvPr>
          <p:cNvSpPr/>
          <p:nvPr/>
        </p:nvSpPr>
        <p:spPr>
          <a:xfrm>
            <a:off x="1393009" y="3532664"/>
            <a:ext cx="5309889" cy="1306563"/>
          </a:xfrm>
          <a:custGeom>
            <a:avLst/>
            <a:gdLst>
              <a:gd name="connsiteX0" fmla="*/ 118614 w 4829502"/>
              <a:gd name="connsiteY0" fmla="*/ 1188359 h 1188358"/>
              <a:gd name="connsiteX1" fmla="*/ 4710885 w 4829502"/>
              <a:gd name="connsiteY1" fmla="*/ 1188359 h 1188358"/>
              <a:gd name="connsiteX2" fmla="*/ 4810137 w 4829502"/>
              <a:gd name="connsiteY2" fmla="*/ 1005406 h 1188358"/>
              <a:gd name="connsiteX3" fmla="*/ 4190592 w 4829502"/>
              <a:gd name="connsiteY3" fmla="*/ 53810 h 1188358"/>
              <a:gd name="connsiteX4" fmla="*/ 4091340 w 4829502"/>
              <a:gd name="connsiteY4" fmla="*/ 0 h 1188358"/>
              <a:gd name="connsiteX5" fmla="*/ 738161 w 4829502"/>
              <a:gd name="connsiteY5" fmla="*/ 0 h 1188358"/>
              <a:gd name="connsiteX6" fmla="*/ 638909 w 4829502"/>
              <a:gd name="connsiteY6" fmla="*/ 53810 h 1188358"/>
              <a:gd name="connsiteX7" fmla="*/ 19365 w 4829502"/>
              <a:gd name="connsiteY7" fmla="*/ 1005406 h 1188358"/>
              <a:gd name="connsiteX8" fmla="*/ 118614 w 4829502"/>
              <a:gd name="connsiteY8" fmla="*/ 1188359 h 118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29502" h="1188358">
                <a:moveTo>
                  <a:pt x="118614" y="1188359"/>
                </a:moveTo>
                <a:lnTo>
                  <a:pt x="4710885" y="1188359"/>
                </a:lnTo>
                <a:cubicBezTo>
                  <a:pt x="4804874" y="1188359"/>
                  <a:pt x="4861410" y="1084150"/>
                  <a:pt x="4810137" y="1005406"/>
                </a:cubicBezTo>
                <a:lnTo>
                  <a:pt x="4190592" y="53810"/>
                </a:lnTo>
                <a:cubicBezTo>
                  <a:pt x="4168736" y="20246"/>
                  <a:pt x="4131402" y="0"/>
                  <a:pt x="4091340" y="0"/>
                </a:cubicBezTo>
                <a:lnTo>
                  <a:pt x="738161" y="0"/>
                </a:lnTo>
                <a:cubicBezTo>
                  <a:pt x="698109" y="0"/>
                  <a:pt x="660765" y="20246"/>
                  <a:pt x="638909" y="53810"/>
                </a:cubicBezTo>
                <a:lnTo>
                  <a:pt x="19365" y="1005406"/>
                </a:lnTo>
                <a:cubicBezTo>
                  <a:pt x="-31904" y="1084150"/>
                  <a:pt x="24625" y="1188359"/>
                  <a:pt x="118614" y="118835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10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0F6553-9DA6-6976-FB47-0F4B5F5CED11}"/>
              </a:ext>
            </a:extLst>
          </p:cNvPr>
          <p:cNvSpPr txBox="1"/>
          <p:nvPr/>
        </p:nvSpPr>
        <p:spPr>
          <a:xfrm>
            <a:off x="1879600" y="3908946"/>
            <a:ext cx="43815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3. </a:t>
            </a:r>
            <a:b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en-US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132CAC-EE5C-ED00-FCC5-E9D0C47966E1}"/>
              </a:ext>
            </a:extLst>
          </p:cNvPr>
          <p:cNvSpPr txBox="1"/>
          <p:nvPr/>
        </p:nvSpPr>
        <p:spPr>
          <a:xfrm>
            <a:off x="2789984" y="2460329"/>
            <a:ext cx="2515941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2. </a:t>
            </a:r>
            <a:b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en-US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B4E91-7DAF-0F8B-3B17-BDB0ACF899BB}"/>
              </a:ext>
            </a:extLst>
          </p:cNvPr>
          <p:cNvSpPr txBox="1"/>
          <p:nvPr/>
        </p:nvSpPr>
        <p:spPr>
          <a:xfrm>
            <a:off x="2789984" y="1196752"/>
            <a:ext cx="2515941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1. </a:t>
            </a:r>
            <a:b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en-US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A8249F-5696-802B-BBC7-67CEAF334E27}"/>
              </a:ext>
            </a:extLst>
          </p:cNvPr>
          <p:cNvSpPr txBox="1"/>
          <p:nvPr/>
        </p:nvSpPr>
        <p:spPr>
          <a:xfrm>
            <a:off x="1054100" y="5275905"/>
            <a:ext cx="61341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4. </a:t>
            </a:r>
            <a:b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en-US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059401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C6E9379D-6355-E7BD-D178-324354A7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D19B2F9-E5C1-6B05-E2CE-8084A587450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20BF327-70E4-FBF9-5C39-ACB71D17E86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EDB4D7-7A2C-E54D-B234-1C24423D0A70}"/>
              </a:ext>
            </a:extLst>
          </p:cNvPr>
          <p:cNvSpPr/>
          <p:nvPr/>
        </p:nvSpPr>
        <p:spPr>
          <a:xfrm>
            <a:off x="5123934" y="4647804"/>
            <a:ext cx="6172659" cy="1109051"/>
          </a:xfrm>
          <a:custGeom>
            <a:avLst/>
            <a:gdLst>
              <a:gd name="connsiteX0" fmla="*/ 536812 w 6200623"/>
              <a:gd name="connsiteY0" fmla="*/ 75258 h 1114075"/>
              <a:gd name="connsiteX1" fmla="*/ 27087 w 6200623"/>
              <a:gd name="connsiteY1" fmla="*/ 858171 h 1114075"/>
              <a:gd name="connsiteX2" fmla="*/ 165915 w 6200623"/>
              <a:gd name="connsiteY2" fmla="*/ 1114075 h 1114075"/>
              <a:gd name="connsiteX3" fmla="*/ 6034706 w 6200623"/>
              <a:gd name="connsiteY3" fmla="*/ 1114075 h 1114075"/>
              <a:gd name="connsiteX4" fmla="*/ 6173533 w 6200623"/>
              <a:gd name="connsiteY4" fmla="*/ 858171 h 1114075"/>
              <a:gd name="connsiteX5" fmla="*/ 5663811 w 6200623"/>
              <a:gd name="connsiteY5" fmla="*/ 75258 h 1114075"/>
              <a:gd name="connsiteX6" fmla="*/ 5524983 w 6200623"/>
              <a:gd name="connsiteY6" fmla="*/ 0 h 1114075"/>
              <a:gd name="connsiteX7" fmla="*/ 675641 w 6200623"/>
              <a:gd name="connsiteY7" fmla="*/ 0 h 1114075"/>
              <a:gd name="connsiteX8" fmla="*/ 536812 w 6200623"/>
              <a:gd name="connsiteY8" fmla="*/ 75258 h 111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00623" h="1114075">
                <a:moveTo>
                  <a:pt x="536812" y="75258"/>
                </a:moveTo>
                <a:lnTo>
                  <a:pt x="27087" y="858171"/>
                </a:lnTo>
                <a:cubicBezTo>
                  <a:pt x="-44627" y="968324"/>
                  <a:pt x="34445" y="1114075"/>
                  <a:pt x="165915" y="1114075"/>
                </a:cubicBezTo>
                <a:lnTo>
                  <a:pt x="6034706" y="1114075"/>
                </a:lnTo>
                <a:cubicBezTo>
                  <a:pt x="6166180" y="1114075"/>
                  <a:pt x="6245254" y="968324"/>
                  <a:pt x="6173533" y="858171"/>
                </a:cubicBezTo>
                <a:lnTo>
                  <a:pt x="5663811" y="75258"/>
                </a:lnTo>
                <a:cubicBezTo>
                  <a:pt x="5633246" y="28312"/>
                  <a:pt x="5581010" y="0"/>
                  <a:pt x="5524983" y="0"/>
                </a:cubicBezTo>
                <a:lnTo>
                  <a:pt x="675641" y="0"/>
                </a:lnTo>
                <a:cubicBezTo>
                  <a:pt x="619609" y="0"/>
                  <a:pt x="567376" y="28312"/>
                  <a:pt x="536812" y="75258"/>
                </a:cubicBezTo>
                <a:close/>
              </a:path>
            </a:pathLst>
          </a:custGeom>
          <a:solidFill>
            <a:schemeClr val="accent1"/>
          </a:solidFill>
          <a:ln w="10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6683B93-3390-EE7F-2A74-6C680936F180}"/>
              </a:ext>
            </a:extLst>
          </p:cNvPr>
          <p:cNvSpPr/>
          <p:nvPr/>
        </p:nvSpPr>
        <p:spPr>
          <a:xfrm>
            <a:off x="7377697" y="609236"/>
            <a:ext cx="1665131" cy="1323674"/>
          </a:xfrm>
          <a:custGeom>
            <a:avLst/>
            <a:gdLst>
              <a:gd name="connsiteX0" fmla="*/ 1656678 w 1672675"/>
              <a:gd name="connsiteY0" fmla="*/ 1178495 h 1329671"/>
              <a:gd name="connsiteX1" fmla="*/ 918353 w 1672675"/>
              <a:gd name="connsiteY1" fmla="*/ 44459 h 1329671"/>
              <a:gd name="connsiteX2" fmla="*/ 754334 w 1672675"/>
              <a:gd name="connsiteY2" fmla="*/ 44459 h 1329671"/>
              <a:gd name="connsiteX3" fmla="*/ 15998 w 1672675"/>
              <a:gd name="connsiteY3" fmla="*/ 1178495 h 1329671"/>
              <a:gd name="connsiteX4" fmla="*/ 98007 w 1672675"/>
              <a:gd name="connsiteY4" fmla="*/ 1329671 h 1329671"/>
              <a:gd name="connsiteX5" fmla="*/ 1574669 w 1672675"/>
              <a:gd name="connsiteY5" fmla="*/ 1329671 h 1329671"/>
              <a:gd name="connsiteX6" fmla="*/ 1656678 w 1672675"/>
              <a:gd name="connsiteY6" fmla="*/ 1178495 h 1329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675" h="1329671">
                <a:moveTo>
                  <a:pt x="1656678" y="1178495"/>
                </a:moveTo>
                <a:lnTo>
                  <a:pt x="918353" y="44459"/>
                </a:lnTo>
                <a:cubicBezTo>
                  <a:pt x="879753" y="-14820"/>
                  <a:pt x="792923" y="-14820"/>
                  <a:pt x="754334" y="44459"/>
                </a:cubicBezTo>
                <a:lnTo>
                  <a:pt x="15998" y="1178495"/>
                </a:lnTo>
                <a:cubicBezTo>
                  <a:pt x="-26361" y="1243565"/>
                  <a:pt x="20352" y="1329671"/>
                  <a:pt x="98007" y="1329671"/>
                </a:cubicBezTo>
                <a:lnTo>
                  <a:pt x="1574669" y="1329671"/>
                </a:lnTo>
                <a:cubicBezTo>
                  <a:pt x="1652324" y="1329671"/>
                  <a:pt x="1699037" y="1243565"/>
                  <a:pt x="1656678" y="1178495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10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09F3F33E-CC90-BCCF-7D74-2D7F39595EE9}"/>
              </a:ext>
            </a:extLst>
          </p:cNvPr>
          <p:cNvSpPr/>
          <p:nvPr/>
        </p:nvSpPr>
        <p:spPr>
          <a:xfrm>
            <a:off x="6590588" y="2024566"/>
            <a:ext cx="3239351" cy="1256926"/>
          </a:xfrm>
          <a:custGeom>
            <a:avLst/>
            <a:gdLst>
              <a:gd name="connsiteX0" fmla="*/ 668290 w 3254026"/>
              <a:gd name="connsiteY0" fmla="*/ 61378 h 1262620"/>
              <a:gd name="connsiteX1" fmla="*/ 22090 w 3254026"/>
              <a:gd name="connsiteY1" fmla="*/ 1053911 h 1262620"/>
              <a:gd name="connsiteX2" fmla="*/ 135324 w 3254026"/>
              <a:gd name="connsiteY2" fmla="*/ 1262620 h 1262620"/>
              <a:gd name="connsiteX3" fmla="*/ 3118702 w 3254026"/>
              <a:gd name="connsiteY3" fmla="*/ 1262620 h 1262620"/>
              <a:gd name="connsiteX4" fmla="*/ 3231936 w 3254026"/>
              <a:gd name="connsiteY4" fmla="*/ 1053911 h 1262620"/>
              <a:gd name="connsiteX5" fmla="*/ 2585737 w 3254026"/>
              <a:gd name="connsiteY5" fmla="*/ 61378 h 1262620"/>
              <a:gd name="connsiteX6" fmla="*/ 2472513 w 3254026"/>
              <a:gd name="connsiteY6" fmla="*/ 0 h 1262620"/>
              <a:gd name="connsiteX7" fmla="*/ 781524 w 3254026"/>
              <a:gd name="connsiteY7" fmla="*/ 0 h 1262620"/>
              <a:gd name="connsiteX8" fmla="*/ 668290 w 3254026"/>
              <a:gd name="connsiteY8" fmla="*/ 61378 h 126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4026" h="1262620">
                <a:moveTo>
                  <a:pt x="668290" y="61378"/>
                </a:moveTo>
                <a:lnTo>
                  <a:pt x="22090" y="1053911"/>
                </a:lnTo>
                <a:cubicBezTo>
                  <a:pt x="-36395" y="1143741"/>
                  <a:pt x="28090" y="1262620"/>
                  <a:pt x="135324" y="1262620"/>
                </a:cubicBezTo>
                <a:lnTo>
                  <a:pt x="3118702" y="1262620"/>
                </a:lnTo>
                <a:cubicBezTo>
                  <a:pt x="3225936" y="1262620"/>
                  <a:pt x="3290422" y="1143741"/>
                  <a:pt x="3231936" y="1053911"/>
                </a:cubicBezTo>
                <a:lnTo>
                  <a:pt x="2585737" y="61378"/>
                </a:lnTo>
                <a:cubicBezTo>
                  <a:pt x="2560815" y="23094"/>
                  <a:pt x="2518207" y="0"/>
                  <a:pt x="2472513" y="0"/>
                </a:cubicBezTo>
                <a:lnTo>
                  <a:pt x="781524" y="0"/>
                </a:lnTo>
                <a:cubicBezTo>
                  <a:pt x="735819" y="0"/>
                  <a:pt x="693222" y="23094"/>
                  <a:pt x="668290" y="6137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0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A9F9F4BA-43F8-ABB9-97BB-A787E9445219}"/>
              </a:ext>
            </a:extLst>
          </p:cNvPr>
          <p:cNvSpPr/>
          <p:nvPr/>
        </p:nvSpPr>
        <p:spPr>
          <a:xfrm>
            <a:off x="5806402" y="3373148"/>
            <a:ext cx="4807722" cy="1182998"/>
          </a:xfrm>
          <a:custGeom>
            <a:avLst/>
            <a:gdLst>
              <a:gd name="connsiteX0" fmla="*/ 118614 w 4829502"/>
              <a:gd name="connsiteY0" fmla="*/ 1188359 h 1188358"/>
              <a:gd name="connsiteX1" fmla="*/ 4710885 w 4829502"/>
              <a:gd name="connsiteY1" fmla="*/ 1188359 h 1188358"/>
              <a:gd name="connsiteX2" fmla="*/ 4810137 w 4829502"/>
              <a:gd name="connsiteY2" fmla="*/ 1005406 h 1188358"/>
              <a:gd name="connsiteX3" fmla="*/ 4190592 w 4829502"/>
              <a:gd name="connsiteY3" fmla="*/ 53810 h 1188358"/>
              <a:gd name="connsiteX4" fmla="*/ 4091340 w 4829502"/>
              <a:gd name="connsiteY4" fmla="*/ 0 h 1188358"/>
              <a:gd name="connsiteX5" fmla="*/ 738161 w 4829502"/>
              <a:gd name="connsiteY5" fmla="*/ 0 h 1188358"/>
              <a:gd name="connsiteX6" fmla="*/ 638909 w 4829502"/>
              <a:gd name="connsiteY6" fmla="*/ 53810 h 1188358"/>
              <a:gd name="connsiteX7" fmla="*/ 19365 w 4829502"/>
              <a:gd name="connsiteY7" fmla="*/ 1005406 h 1188358"/>
              <a:gd name="connsiteX8" fmla="*/ 118614 w 4829502"/>
              <a:gd name="connsiteY8" fmla="*/ 1188359 h 118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29502" h="1188358">
                <a:moveTo>
                  <a:pt x="118614" y="1188359"/>
                </a:moveTo>
                <a:lnTo>
                  <a:pt x="4710885" y="1188359"/>
                </a:lnTo>
                <a:cubicBezTo>
                  <a:pt x="4804874" y="1188359"/>
                  <a:pt x="4861410" y="1084150"/>
                  <a:pt x="4810137" y="1005406"/>
                </a:cubicBezTo>
                <a:lnTo>
                  <a:pt x="4190592" y="53810"/>
                </a:lnTo>
                <a:cubicBezTo>
                  <a:pt x="4168736" y="20246"/>
                  <a:pt x="4131402" y="0"/>
                  <a:pt x="4091340" y="0"/>
                </a:cubicBezTo>
                <a:lnTo>
                  <a:pt x="738161" y="0"/>
                </a:lnTo>
                <a:cubicBezTo>
                  <a:pt x="698109" y="0"/>
                  <a:pt x="660765" y="20246"/>
                  <a:pt x="638909" y="53810"/>
                </a:cubicBezTo>
                <a:lnTo>
                  <a:pt x="19365" y="1005406"/>
                </a:lnTo>
                <a:cubicBezTo>
                  <a:pt x="-31904" y="1084150"/>
                  <a:pt x="24625" y="1188359"/>
                  <a:pt x="118614" y="118835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10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F82CAB-703C-0086-B893-8F9E7900C719}"/>
              </a:ext>
            </a:extLst>
          </p:cNvPr>
          <p:cNvSpPr txBox="1"/>
          <p:nvPr/>
        </p:nvSpPr>
        <p:spPr>
          <a:xfrm>
            <a:off x="7439047" y="1096465"/>
            <a:ext cx="1532902" cy="55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1. </a:t>
            </a:r>
            <a:b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en-US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9D2019-71FC-846A-0986-636FA5D0C83F}"/>
              </a:ext>
            </a:extLst>
          </p:cNvPr>
          <p:cNvSpPr txBox="1"/>
          <p:nvPr/>
        </p:nvSpPr>
        <p:spPr>
          <a:xfrm>
            <a:off x="6995009" y="2377279"/>
            <a:ext cx="2504594" cy="55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2. </a:t>
            </a:r>
            <a:b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en-US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E0CC5F-8857-A716-52E0-E4A1CACE67F9}"/>
              </a:ext>
            </a:extLst>
          </p:cNvPr>
          <p:cNvSpPr txBox="1"/>
          <p:nvPr/>
        </p:nvSpPr>
        <p:spPr>
          <a:xfrm>
            <a:off x="6995009" y="3688898"/>
            <a:ext cx="2504594" cy="55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3. </a:t>
            </a:r>
            <a:b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en-US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8176BD-FAD3-6D35-0BCB-D2D1A0DA8F83}"/>
              </a:ext>
            </a:extLst>
          </p:cNvPr>
          <p:cNvSpPr txBox="1"/>
          <p:nvPr/>
        </p:nvSpPr>
        <p:spPr>
          <a:xfrm>
            <a:off x="5508460" y="4926580"/>
            <a:ext cx="5417252" cy="55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4. </a:t>
            </a:r>
            <a:b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baseline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en-US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035857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57">
            <a:extLst>
              <a:ext uri="{FF2B5EF4-FFF2-40B4-BE49-F238E27FC236}">
                <a16:creationId xmlns:a16="http://schemas.microsoft.com/office/drawing/2014/main" id="{3B5F6C22-6DFE-BD7B-AE4F-847EECC8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AB08B4D-CE5F-66EB-5106-A475FA8F52D2}"/>
              </a:ext>
            </a:extLst>
          </p:cNvPr>
          <p:cNvCxnSpPr>
            <a:cxnSpLocks/>
          </p:cNvCxnSpPr>
          <p:nvPr/>
        </p:nvCxnSpPr>
        <p:spPr>
          <a:xfrm>
            <a:off x="3472437" y="4124366"/>
            <a:ext cx="145928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D3D431-7B28-DEA0-CD23-3BFA57103AE9}"/>
              </a:ext>
            </a:extLst>
          </p:cNvPr>
          <p:cNvCxnSpPr>
            <a:cxnSpLocks/>
          </p:cNvCxnSpPr>
          <p:nvPr/>
        </p:nvCxnSpPr>
        <p:spPr>
          <a:xfrm>
            <a:off x="7108037" y="2645082"/>
            <a:ext cx="145928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4F0CFDDB-3ECA-D6B7-3EC8-A32C9EA3AA86}"/>
              </a:ext>
            </a:extLst>
          </p:cNvPr>
          <p:cNvGrpSpPr/>
          <p:nvPr/>
        </p:nvGrpSpPr>
        <p:grpSpPr>
          <a:xfrm rot="16200000">
            <a:off x="7142716" y="4220926"/>
            <a:ext cx="1151811" cy="1055264"/>
            <a:chOff x="6096157" y="618169"/>
            <a:chExt cx="1212693" cy="111104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E627C78-802E-954A-B7DF-BEDD915F90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157" y="621513"/>
              <a:ext cx="1212693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F411F49-0A3B-9313-E068-C99563D96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9333" y="618169"/>
              <a:ext cx="0" cy="1111042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2F4DF0-CCD2-136D-BF85-F8B0B7768467}"/>
              </a:ext>
            </a:extLst>
          </p:cNvPr>
          <p:cNvGrpSpPr/>
          <p:nvPr/>
        </p:nvGrpSpPr>
        <p:grpSpPr>
          <a:xfrm rot="5400000">
            <a:off x="3911215" y="1573716"/>
            <a:ext cx="1151811" cy="1055264"/>
            <a:chOff x="6096157" y="618169"/>
            <a:chExt cx="1212693" cy="111104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7AB0195-5535-E402-2680-9603D449E9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157" y="621513"/>
              <a:ext cx="1212693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99EB15F-CDCE-B735-2B16-D563E1680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9333" y="618169"/>
              <a:ext cx="0" cy="1111042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7F332E-91FF-78DB-1599-84FF5684DE61}"/>
              </a:ext>
            </a:extLst>
          </p:cNvPr>
          <p:cNvGrpSpPr/>
          <p:nvPr/>
        </p:nvGrpSpPr>
        <p:grpSpPr>
          <a:xfrm rot="10800000">
            <a:off x="4923234" y="4733035"/>
            <a:ext cx="1151811" cy="1055264"/>
            <a:chOff x="6096157" y="618169"/>
            <a:chExt cx="1212693" cy="111104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CB992CA-2BD2-AC8C-DAB7-35CDFBDE1E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157" y="621513"/>
              <a:ext cx="1212693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8B846B-D49B-220E-7D45-08DCACC84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9333" y="618169"/>
              <a:ext cx="0" cy="1111042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6AC03E-B2F8-6D57-0307-111D492B7F53}"/>
              </a:ext>
            </a:extLst>
          </p:cNvPr>
          <p:cNvGrpSpPr/>
          <p:nvPr/>
        </p:nvGrpSpPr>
        <p:grpSpPr>
          <a:xfrm>
            <a:off x="6069164" y="999376"/>
            <a:ext cx="1151811" cy="1055264"/>
            <a:chOff x="6096157" y="618169"/>
            <a:chExt cx="1212693" cy="111104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61F472A-ECF8-D04A-D0BD-5F9264D86C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157" y="621513"/>
              <a:ext cx="1212693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B889E0-AAAF-112C-9A83-C622D8AD41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9333" y="618169"/>
              <a:ext cx="0" cy="1111042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D8D3540A-EE19-A090-5AEA-5DD81424345E}"/>
              </a:ext>
            </a:extLst>
          </p:cNvPr>
          <p:cNvSpPr/>
          <p:nvPr/>
        </p:nvSpPr>
        <p:spPr>
          <a:xfrm>
            <a:off x="4731427" y="2042007"/>
            <a:ext cx="2675176" cy="2675176"/>
          </a:xfrm>
          <a:prstGeom prst="ellipse">
            <a:avLst/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356A3F-8EFB-35DB-B6DB-0F8740783C57}"/>
              </a:ext>
            </a:extLst>
          </p:cNvPr>
          <p:cNvSpPr/>
          <p:nvPr/>
        </p:nvSpPr>
        <p:spPr>
          <a:xfrm>
            <a:off x="5189818" y="2510730"/>
            <a:ext cx="1745075" cy="17450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794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8109A27-AB36-C2B8-3734-F5BD43E1B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789" y="2927637"/>
            <a:ext cx="793223" cy="90077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17CA14A-8835-B486-4563-F4C6C67CA8C9}"/>
              </a:ext>
            </a:extLst>
          </p:cNvPr>
          <p:cNvGrpSpPr/>
          <p:nvPr/>
        </p:nvGrpSpPr>
        <p:grpSpPr>
          <a:xfrm>
            <a:off x="7514113" y="4224442"/>
            <a:ext cx="3241607" cy="1485210"/>
            <a:chOff x="8017051" y="4246075"/>
            <a:chExt cx="3412949" cy="15637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97AC44C-4B9E-7D7A-8B28-72EC7452F7B9}"/>
                </a:ext>
              </a:extLst>
            </p:cNvPr>
            <p:cNvSpPr/>
            <p:nvPr/>
          </p:nvSpPr>
          <p:spPr>
            <a:xfrm>
              <a:off x="8017051" y="4246075"/>
              <a:ext cx="3412949" cy="1563714"/>
            </a:xfrm>
            <a:prstGeom prst="roundRect">
              <a:avLst>
                <a:gd name="adj" fmla="val 10880"/>
              </a:avLst>
            </a:prstGeom>
            <a:solidFill>
              <a:schemeClr val="tx2"/>
            </a:solidFill>
            <a:ln>
              <a:noFill/>
              <a:prstDash val="dash"/>
            </a:ln>
            <a:effectLst>
              <a:outerShdw blurRad="184897" dist="38100" dir="2700000" algn="tl" rotWithShape="0">
                <a:prstClr val="black">
                  <a:alpha val="15973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 Placeholder 5">
              <a:extLst>
                <a:ext uri="{FF2B5EF4-FFF2-40B4-BE49-F238E27FC236}">
                  <a16:creationId xmlns:a16="http://schemas.microsoft.com/office/drawing/2014/main" id="{88013B50-1C8B-A399-A333-0A2B1D005890}"/>
                </a:ext>
              </a:extLst>
            </p:cNvPr>
            <p:cNvSpPr txBox="1">
              <a:spLocks/>
            </p:cNvSpPr>
            <p:nvPr/>
          </p:nvSpPr>
          <p:spPr>
            <a:xfrm>
              <a:off x="8234473" y="4895785"/>
              <a:ext cx="2998471" cy="69464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None/>
                <a:defRPr lang="en-US" sz="10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1pPr>
              <a:lvl2pPr marL="446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Font typeface="Courier New" panose="02070309020205020404" pitchFamily="49" charset="0"/>
                <a:buChar char="o"/>
                <a:defRPr lang="en-US" sz="14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2pPr>
              <a:lvl3pPr marL="6264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3pPr>
              <a:lvl4pPr marL="8082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6"/>
                </a:buClr>
                <a:buSzPct val="100000"/>
                <a:buFont typeface="Arial" panose="020B0604020202020204" pitchFamily="34" charset="0"/>
                <a:buChar char="•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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900">
                  <a:solidFill>
                    <a:schemeClr val="bg1"/>
                  </a:solidFill>
                </a:rPr>
                <a:t>Lorem ipsum </a:t>
              </a:r>
              <a:r>
                <a:rPr lang="en-GB" sz="900" err="1">
                  <a:solidFill>
                    <a:schemeClr val="bg1"/>
                  </a:solidFill>
                </a:rPr>
                <a:t>odor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amet</a:t>
              </a:r>
              <a:r>
                <a:rPr lang="en-GB" sz="900">
                  <a:solidFill>
                    <a:schemeClr val="bg1"/>
                  </a:solidFill>
                </a:rPr>
                <a:t>, </a:t>
              </a:r>
              <a:r>
                <a:rPr lang="en-GB" sz="900" err="1">
                  <a:solidFill>
                    <a:schemeClr val="bg1"/>
                  </a:solidFill>
                </a:rPr>
                <a:t>consectetuer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adipiscing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elit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  <a:r>
                <a:rPr lang="en-GB" sz="900" err="1">
                  <a:solidFill>
                    <a:schemeClr val="bg1"/>
                  </a:solidFill>
                </a:rPr>
                <a:t>Urna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justo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aenean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aliquet</a:t>
              </a:r>
              <a:r>
                <a:rPr lang="en-GB" sz="900">
                  <a:solidFill>
                    <a:schemeClr val="bg1"/>
                  </a:solidFill>
                </a:rPr>
                <a:t> in </a:t>
              </a:r>
              <a:r>
                <a:rPr lang="en-GB" sz="900" err="1">
                  <a:solidFill>
                    <a:schemeClr val="bg1"/>
                  </a:solidFill>
                </a:rPr>
                <a:t>eleifend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venenatis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dapibus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montes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natoque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  <a:r>
                <a:rPr lang="en-GB" sz="900" err="1">
                  <a:solidFill>
                    <a:schemeClr val="bg1"/>
                  </a:solidFill>
                </a:rPr>
                <a:t>Rutrum</a:t>
              </a:r>
              <a:r>
                <a:rPr lang="en-GB" sz="900">
                  <a:solidFill>
                    <a:schemeClr val="bg1"/>
                  </a:solidFill>
                </a:rPr>
                <a:t> vestibulum </a:t>
              </a:r>
              <a:r>
                <a:rPr lang="en-GB" sz="900" err="1">
                  <a:solidFill>
                    <a:schemeClr val="bg1"/>
                  </a:solidFill>
                </a:rPr>
                <a:t>facilisi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leo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facilisis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iaculis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nulla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tincidunt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habitasse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8A1A15-445D-00A3-06C2-916D9305D2C8}"/>
                </a:ext>
              </a:extLst>
            </p:cNvPr>
            <p:cNvSpPr txBox="1"/>
            <p:nvPr/>
          </p:nvSpPr>
          <p:spPr>
            <a:xfrm>
              <a:off x="8854434" y="4637251"/>
              <a:ext cx="2380915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Lorem ipsum </a:t>
              </a:r>
              <a:r>
                <a:rPr lang="en-GB" sz="1200" err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odor</a:t>
              </a:r>
              <a:r>
                <a:rPr lang="en-GB" sz="120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GB" sz="1200" err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endParaRPr lang="en-GB"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26" name="Picture 25" descr="A white line drawing of a cloud&#10;&#10;Description automatically generated">
              <a:extLst>
                <a:ext uri="{FF2B5EF4-FFF2-40B4-BE49-F238E27FC236}">
                  <a16:creationId xmlns:a16="http://schemas.microsoft.com/office/drawing/2014/main" id="{E03EDB0E-1C63-1872-720D-8344A6F03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98306" y="4391081"/>
              <a:ext cx="397586" cy="440568"/>
            </a:xfrm>
            <a:prstGeom prst="rect">
              <a:avLst/>
            </a:prstGeom>
          </p:spPr>
        </p:pic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0926DD09-CC6C-6C91-51C4-BF89EE4AEFCA}"/>
              </a:ext>
            </a:extLst>
          </p:cNvPr>
          <p:cNvSpPr/>
          <p:nvPr/>
        </p:nvSpPr>
        <p:spPr>
          <a:xfrm>
            <a:off x="7066492" y="3992270"/>
            <a:ext cx="257968" cy="257968"/>
          </a:xfrm>
          <a:prstGeom prst="ellipse">
            <a:avLst/>
          </a:prstGeom>
          <a:solidFill>
            <a:schemeClr val="tx2"/>
          </a:solidFill>
          <a:ln w="25400">
            <a:solidFill>
              <a:srgbClr val="F3F7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EC8BEA-2731-6276-075C-8AC749451981}"/>
              </a:ext>
            </a:extLst>
          </p:cNvPr>
          <p:cNvSpPr/>
          <p:nvPr/>
        </p:nvSpPr>
        <p:spPr>
          <a:xfrm>
            <a:off x="7039070" y="2531039"/>
            <a:ext cx="257968" cy="25796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3F7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C5B6B44-348D-520B-7C16-179E1D98F735}"/>
              </a:ext>
            </a:extLst>
          </p:cNvPr>
          <p:cNvSpPr/>
          <p:nvPr/>
        </p:nvSpPr>
        <p:spPr>
          <a:xfrm>
            <a:off x="5940827" y="4581206"/>
            <a:ext cx="257968" cy="25796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3F7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BA4DCC-958C-1363-FED5-53DA7E878247}"/>
              </a:ext>
            </a:extLst>
          </p:cNvPr>
          <p:cNvSpPr/>
          <p:nvPr/>
        </p:nvSpPr>
        <p:spPr>
          <a:xfrm>
            <a:off x="4816844" y="3992270"/>
            <a:ext cx="257968" cy="257968"/>
          </a:xfrm>
          <a:prstGeom prst="ellipse">
            <a:avLst/>
          </a:prstGeom>
          <a:solidFill>
            <a:schemeClr val="tx2"/>
          </a:solidFill>
          <a:ln w="25400">
            <a:solidFill>
              <a:srgbClr val="F3F7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27FD553-BCE1-B01C-78D1-30DF5CA481F8}"/>
              </a:ext>
            </a:extLst>
          </p:cNvPr>
          <p:cNvSpPr/>
          <p:nvPr/>
        </p:nvSpPr>
        <p:spPr>
          <a:xfrm>
            <a:off x="4887802" y="2445263"/>
            <a:ext cx="257968" cy="25796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3F7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206EB4-B3E5-9F65-A76A-FAA30EE35ABD}"/>
              </a:ext>
            </a:extLst>
          </p:cNvPr>
          <p:cNvGrpSpPr/>
          <p:nvPr/>
        </p:nvGrpSpPr>
        <p:grpSpPr>
          <a:xfrm>
            <a:off x="7894365" y="2334858"/>
            <a:ext cx="3241607" cy="1485210"/>
            <a:chOff x="8125693" y="2204864"/>
            <a:chExt cx="3412949" cy="1563714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23BBC2A-CB86-75E2-2876-8F8B680F00A9}"/>
                </a:ext>
              </a:extLst>
            </p:cNvPr>
            <p:cNvSpPr/>
            <p:nvPr/>
          </p:nvSpPr>
          <p:spPr>
            <a:xfrm>
              <a:off x="8125693" y="2204864"/>
              <a:ext cx="3412949" cy="1563714"/>
            </a:xfrm>
            <a:prstGeom prst="roundRect">
              <a:avLst>
                <a:gd name="adj" fmla="val 10880"/>
              </a:avLst>
            </a:prstGeom>
            <a:solidFill>
              <a:schemeClr val="accent1"/>
            </a:solidFill>
            <a:ln>
              <a:noFill/>
              <a:prstDash val="dash"/>
            </a:ln>
            <a:effectLst>
              <a:outerShdw blurRad="184897" dist="38100" dir="2700000" algn="tl" rotWithShape="0">
                <a:prstClr val="black">
                  <a:alpha val="15973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 Placeholder 5">
              <a:extLst>
                <a:ext uri="{FF2B5EF4-FFF2-40B4-BE49-F238E27FC236}">
                  <a16:creationId xmlns:a16="http://schemas.microsoft.com/office/drawing/2014/main" id="{335446EB-7C89-546D-E350-403DBB81D0F6}"/>
                </a:ext>
              </a:extLst>
            </p:cNvPr>
            <p:cNvSpPr txBox="1">
              <a:spLocks/>
            </p:cNvSpPr>
            <p:nvPr/>
          </p:nvSpPr>
          <p:spPr>
            <a:xfrm>
              <a:off x="8343115" y="2854574"/>
              <a:ext cx="2998471" cy="69464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None/>
                <a:defRPr lang="en-US" sz="10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1pPr>
              <a:lvl2pPr marL="446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Font typeface="Courier New" panose="02070309020205020404" pitchFamily="49" charset="0"/>
                <a:buChar char="o"/>
                <a:defRPr lang="en-US" sz="14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2pPr>
              <a:lvl3pPr marL="6264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3pPr>
              <a:lvl4pPr marL="8082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6"/>
                </a:buClr>
                <a:buSzPct val="100000"/>
                <a:buFont typeface="Arial" panose="020B0604020202020204" pitchFamily="34" charset="0"/>
                <a:buChar char="•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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900"/>
                <a:t>Lorem ipsum </a:t>
              </a:r>
              <a:r>
                <a:rPr lang="en-GB" sz="900" err="1"/>
                <a:t>odor</a:t>
              </a:r>
              <a:r>
                <a:rPr lang="en-GB" sz="900"/>
                <a:t> </a:t>
              </a:r>
              <a:r>
                <a:rPr lang="en-GB" sz="900" err="1"/>
                <a:t>amet</a:t>
              </a:r>
              <a:r>
                <a:rPr lang="en-GB" sz="900"/>
                <a:t>, </a:t>
              </a:r>
              <a:r>
                <a:rPr lang="en-GB" sz="900" err="1"/>
                <a:t>consectetuer</a:t>
              </a:r>
              <a:r>
                <a:rPr lang="en-GB" sz="900"/>
                <a:t> </a:t>
              </a:r>
              <a:r>
                <a:rPr lang="en-GB" sz="900" err="1"/>
                <a:t>adipiscing</a:t>
              </a:r>
              <a:r>
                <a:rPr lang="en-GB" sz="900"/>
                <a:t> </a:t>
              </a:r>
              <a:r>
                <a:rPr lang="en-GB" sz="900" err="1"/>
                <a:t>elit</a:t>
              </a:r>
              <a:r>
                <a:rPr lang="en-GB" sz="900"/>
                <a:t>. </a:t>
              </a:r>
              <a:r>
                <a:rPr lang="en-GB" sz="900" err="1"/>
                <a:t>Urna</a:t>
              </a:r>
              <a:r>
                <a:rPr lang="en-GB" sz="900"/>
                <a:t> </a:t>
              </a:r>
              <a:r>
                <a:rPr lang="en-GB" sz="900" err="1"/>
                <a:t>justo</a:t>
              </a:r>
              <a:r>
                <a:rPr lang="en-GB" sz="900"/>
                <a:t> </a:t>
              </a:r>
              <a:r>
                <a:rPr lang="en-GB" sz="900" err="1"/>
                <a:t>aenean</a:t>
              </a:r>
              <a:r>
                <a:rPr lang="en-GB" sz="900"/>
                <a:t> </a:t>
              </a:r>
              <a:r>
                <a:rPr lang="en-GB" sz="900" err="1"/>
                <a:t>aliquet</a:t>
              </a:r>
              <a:r>
                <a:rPr lang="en-GB" sz="900"/>
                <a:t> in </a:t>
              </a:r>
              <a:r>
                <a:rPr lang="en-GB" sz="900" err="1"/>
                <a:t>eleifend</a:t>
              </a:r>
              <a:r>
                <a:rPr lang="en-GB" sz="900"/>
                <a:t> </a:t>
              </a:r>
              <a:r>
                <a:rPr lang="en-GB" sz="900" err="1"/>
                <a:t>venenatis</a:t>
              </a:r>
              <a:r>
                <a:rPr lang="en-GB" sz="900"/>
                <a:t> </a:t>
              </a:r>
              <a:r>
                <a:rPr lang="en-GB" sz="900" err="1"/>
                <a:t>dapibus</a:t>
              </a:r>
              <a:r>
                <a:rPr lang="en-GB" sz="900"/>
                <a:t> </a:t>
              </a:r>
              <a:r>
                <a:rPr lang="en-GB" sz="900" err="1"/>
                <a:t>montes</a:t>
              </a:r>
              <a:r>
                <a:rPr lang="en-GB" sz="900"/>
                <a:t> </a:t>
              </a:r>
              <a:r>
                <a:rPr lang="en-GB" sz="900" err="1"/>
                <a:t>natoque</a:t>
              </a:r>
              <a:r>
                <a:rPr lang="en-GB" sz="900"/>
                <a:t>. </a:t>
              </a:r>
              <a:r>
                <a:rPr lang="en-GB" sz="900" err="1"/>
                <a:t>Rutrum</a:t>
              </a:r>
              <a:r>
                <a:rPr lang="en-GB" sz="900"/>
                <a:t> vestibulum </a:t>
              </a:r>
              <a:r>
                <a:rPr lang="en-GB" sz="900" err="1"/>
                <a:t>facilisi</a:t>
              </a:r>
              <a:r>
                <a:rPr lang="en-GB" sz="900"/>
                <a:t> </a:t>
              </a:r>
              <a:r>
                <a:rPr lang="en-GB" sz="900" err="1"/>
                <a:t>leo</a:t>
              </a:r>
              <a:r>
                <a:rPr lang="en-GB" sz="900"/>
                <a:t> </a:t>
              </a:r>
              <a:r>
                <a:rPr lang="en-GB" sz="900" err="1"/>
                <a:t>facilisis</a:t>
              </a:r>
              <a:r>
                <a:rPr lang="en-GB" sz="900"/>
                <a:t> </a:t>
              </a:r>
              <a:r>
                <a:rPr lang="en-GB" sz="900" err="1"/>
                <a:t>iaculis</a:t>
              </a:r>
              <a:r>
                <a:rPr lang="en-GB" sz="900"/>
                <a:t> </a:t>
              </a:r>
              <a:r>
                <a:rPr lang="en-GB" sz="900" err="1"/>
                <a:t>nulla</a:t>
              </a:r>
              <a:r>
                <a:rPr lang="en-GB" sz="900"/>
                <a:t> </a:t>
              </a:r>
              <a:r>
                <a:rPr lang="en-GB" sz="900" err="1"/>
                <a:t>tincidunt</a:t>
              </a:r>
              <a:r>
                <a:rPr lang="en-GB" sz="900"/>
                <a:t> </a:t>
              </a:r>
              <a:r>
                <a:rPr lang="en-GB" sz="900" err="1"/>
                <a:t>habitasse</a:t>
              </a:r>
              <a:r>
                <a:rPr lang="en-GB" sz="900"/>
                <a:t>.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B07EE5E-F9CB-81BB-DE6E-A622855F947C}"/>
                </a:ext>
              </a:extLst>
            </p:cNvPr>
            <p:cNvSpPr txBox="1"/>
            <p:nvPr/>
          </p:nvSpPr>
          <p:spPr>
            <a:xfrm>
              <a:off x="8963076" y="2596040"/>
              <a:ext cx="2380915" cy="19442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>
                  <a:latin typeface="Poppins" pitchFamily="2" charset="77"/>
                  <a:cs typeface="Poppins" pitchFamily="2" charset="77"/>
                </a:rPr>
                <a:t>Lorem ipsum </a:t>
              </a:r>
              <a:r>
                <a:rPr lang="en-GB" sz="1200" err="1">
                  <a:latin typeface="Poppins" pitchFamily="2" charset="77"/>
                  <a:cs typeface="Poppins" pitchFamily="2" charset="77"/>
                </a:rPr>
                <a:t>odor</a:t>
              </a:r>
              <a:r>
                <a:rPr lang="en-GB" sz="1200"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GB" sz="1200" err="1">
                  <a:latin typeface="Poppins" pitchFamily="2" charset="77"/>
                  <a:cs typeface="Poppins" pitchFamily="2" charset="77"/>
                </a:rPr>
                <a:t>amet</a:t>
              </a:r>
              <a:endParaRPr lang="en-GB" sz="1200"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36" name="Picture 35" descr="A white line drawing of a cloud&#10;&#10;Description automatically generated">
              <a:extLst>
                <a:ext uri="{FF2B5EF4-FFF2-40B4-BE49-F238E27FC236}">
                  <a16:creationId xmlns:a16="http://schemas.microsoft.com/office/drawing/2014/main" id="{B348D74F-5EEF-AA6F-C260-8A7BFCA36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06948" y="2349870"/>
              <a:ext cx="397586" cy="440568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4B19A00-750F-099E-78B2-0A140F018CC2}"/>
              </a:ext>
            </a:extLst>
          </p:cNvPr>
          <p:cNvGrpSpPr/>
          <p:nvPr/>
        </p:nvGrpSpPr>
        <p:grpSpPr>
          <a:xfrm>
            <a:off x="7184487" y="665060"/>
            <a:ext cx="3241607" cy="1485210"/>
            <a:chOff x="7849854" y="333915"/>
            <a:chExt cx="3412949" cy="1563714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3FE5364C-827B-F0EE-8F18-3077B24A7051}"/>
                </a:ext>
              </a:extLst>
            </p:cNvPr>
            <p:cNvSpPr/>
            <p:nvPr/>
          </p:nvSpPr>
          <p:spPr>
            <a:xfrm>
              <a:off x="7849854" y="333915"/>
              <a:ext cx="3412949" cy="1563714"/>
            </a:xfrm>
            <a:prstGeom prst="roundRect">
              <a:avLst>
                <a:gd name="adj" fmla="val 10880"/>
              </a:avLst>
            </a:prstGeom>
            <a:solidFill>
              <a:schemeClr val="tx2"/>
            </a:solidFill>
            <a:ln>
              <a:noFill/>
              <a:prstDash val="dash"/>
            </a:ln>
            <a:effectLst>
              <a:outerShdw blurRad="184897" dist="38100" dir="2700000" algn="tl" rotWithShape="0">
                <a:prstClr val="black">
                  <a:alpha val="15973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 Placeholder 5">
              <a:extLst>
                <a:ext uri="{FF2B5EF4-FFF2-40B4-BE49-F238E27FC236}">
                  <a16:creationId xmlns:a16="http://schemas.microsoft.com/office/drawing/2014/main" id="{C8BEB48E-8D1B-408A-0A37-BE55C0E35A2F}"/>
                </a:ext>
              </a:extLst>
            </p:cNvPr>
            <p:cNvSpPr txBox="1">
              <a:spLocks/>
            </p:cNvSpPr>
            <p:nvPr/>
          </p:nvSpPr>
          <p:spPr>
            <a:xfrm>
              <a:off x="8067276" y="983625"/>
              <a:ext cx="2998471" cy="69464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None/>
                <a:defRPr lang="en-US" sz="10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1pPr>
              <a:lvl2pPr marL="446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Font typeface="Courier New" panose="02070309020205020404" pitchFamily="49" charset="0"/>
                <a:buChar char="o"/>
                <a:defRPr lang="en-US" sz="14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2pPr>
              <a:lvl3pPr marL="6264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3pPr>
              <a:lvl4pPr marL="8082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6"/>
                </a:buClr>
                <a:buSzPct val="100000"/>
                <a:buFont typeface="Arial" panose="020B0604020202020204" pitchFamily="34" charset="0"/>
                <a:buChar char="•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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900">
                  <a:solidFill>
                    <a:schemeClr val="bg1"/>
                  </a:solidFill>
                </a:rPr>
                <a:t>Lorem ipsum </a:t>
              </a:r>
              <a:r>
                <a:rPr lang="en-GB" sz="900" err="1">
                  <a:solidFill>
                    <a:schemeClr val="bg1"/>
                  </a:solidFill>
                </a:rPr>
                <a:t>odor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amet</a:t>
              </a:r>
              <a:r>
                <a:rPr lang="en-GB" sz="900">
                  <a:solidFill>
                    <a:schemeClr val="bg1"/>
                  </a:solidFill>
                </a:rPr>
                <a:t>, </a:t>
              </a:r>
              <a:r>
                <a:rPr lang="en-GB" sz="900" err="1">
                  <a:solidFill>
                    <a:schemeClr val="bg1"/>
                  </a:solidFill>
                </a:rPr>
                <a:t>consectetuer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adipiscing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elit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  <a:r>
                <a:rPr lang="en-GB" sz="900" err="1">
                  <a:solidFill>
                    <a:schemeClr val="bg1"/>
                  </a:solidFill>
                </a:rPr>
                <a:t>Urna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justo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aenean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aliquet</a:t>
              </a:r>
              <a:r>
                <a:rPr lang="en-GB" sz="900">
                  <a:solidFill>
                    <a:schemeClr val="bg1"/>
                  </a:solidFill>
                </a:rPr>
                <a:t> in </a:t>
              </a:r>
              <a:r>
                <a:rPr lang="en-GB" sz="900" err="1">
                  <a:solidFill>
                    <a:schemeClr val="bg1"/>
                  </a:solidFill>
                </a:rPr>
                <a:t>eleifend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venenatis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dapibus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montes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natoque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  <a:r>
                <a:rPr lang="en-GB" sz="900" err="1">
                  <a:solidFill>
                    <a:schemeClr val="bg1"/>
                  </a:solidFill>
                </a:rPr>
                <a:t>Rutrum</a:t>
              </a:r>
              <a:r>
                <a:rPr lang="en-GB" sz="900">
                  <a:solidFill>
                    <a:schemeClr val="bg1"/>
                  </a:solidFill>
                </a:rPr>
                <a:t> vestibulum </a:t>
              </a:r>
              <a:r>
                <a:rPr lang="en-GB" sz="900" err="1">
                  <a:solidFill>
                    <a:schemeClr val="bg1"/>
                  </a:solidFill>
                </a:rPr>
                <a:t>facilisi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leo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facilisis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iaculis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nulla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tincidunt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habitasse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8D6C06C-517E-8C87-5329-E0E0BD0A948B}"/>
                </a:ext>
              </a:extLst>
            </p:cNvPr>
            <p:cNvSpPr txBox="1"/>
            <p:nvPr/>
          </p:nvSpPr>
          <p:spPr>
            <a:xfrm>
              <a:off x="8687237" y="725091"/>
              <a:ext cx="2380915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Lorem ipsum </a:t>
              </a:r>
              <a:r>
                <a:rPr lang="en-GB" sz="1200" err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odor</a:t>
              </a:r>
              <a:r>
                <a:rPr lang="en-GB" sz="120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GB" sz="1200" err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endParaRPr lang="en-GB"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41" name="Picture 40" descr="A white line drawing of a cloud&#10;&#10;Description automatically generated">
              <a:extLst>
                <a:ext uri="{FF2B5EF4-FFF2-40B4-BE49-F238E27FC236}">
                  <a16:creationId xmlns:a16="http://schemas.microsoft.com/office/drawing/2014/main" id="{6BFC458C-4857-5AB7-DB84-BAF1E90AF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31109" y="478921"/>
              <a:ext cx="397586" cy="44056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DA44A02-4417-0B20-7978-BB68D366793D}"/>
              </a:ext>
            </a:extLst>
          </p:cNvPr>
          <p:cNvGrpSpPr/>
          <p:nvPr/>
        </p:nvGrpSpPr>
        <p:grpSpPr>
          <a:xfrm>
            <a:off x="1940040" y="4734129"/>
            <a:ext cx="3241607" cy="1485210"/>
            <a:chOff x="8017051" y="4246075"/>
            <a:chExt cx="3412949" cy="1563714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4B34E7BE-6214-2314-36EC-5478A2050EC1}"/>
                </a:ext>
              </a:extLst>
            </p:cNvPr>
            <p:cNvSpPr/>
            <p:nvPr/>
          </p:nvSpPr>
          <p:spPr>
            <a:xfrm>
              <a:off x="8017051" y="4246075"/>
              <a:ext cx="3412949" cy="1563714"/>
            </a:xfrm>
            <a:prstGeom prst="roundRect">
              <a:avLst>
                <a:gd name="adj" fmla="val 10880"/>
              </a:avLst>
            </a:prstGeom>
            <a:solidFill>
              <a:schemeClr val="accent1"/>
            </a:solidFill>
            <a:ln>
              <a:noFill/>
              <a:prstDash val="dash"/>
            </a:ln>
            <a:effectLst>
              <a:outerShdw blurRad="184897" dist="38100" dir="2700000" algn="tl" rotWithShape="0">
                <a:prstClr val="black">
                  <a:alpha val="15973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Text Placeholder 5">
              <a:extLst>
                <a:ext uri="{FF2B5EF4-FFF2-40B4-BE49-F238E27FC236}">
                  <a16:creationId xmlns:a16="http://schemas.microsoft.com/office/drawing/2014/main" id="{A7A7772E-0562-AFA4-FD74-A181A45A6028}"/>
                </a:ext>
              </a:extLst>
            </p:cNvPr>
            <p:cNvSpPr txBox="1">
              <a:spLocks/>
            </p:cNvSpPr>
            <p:nvPr/>
          </p:nvSpPr>
          <p:spPr>
            <a:xfrm>
              <a:off x="8234473" y="4895785"/>
              <a:ext cx="2998471" cy="69464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None/>
                <a:defRPr lang="en-US" sz="10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1pPr>
              <a:lvl2pPr marL="446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Font typeface="Courier New" panose="02070309020205020404" pitchFamily="49" charset="0"/>
                <a:buChar char="o"/>
                <a:defRPr lang="en-US" sz="14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2pPr>
              <a:lvl3pPr marL="6264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3pPr>
              <a:lvl4pPr marL="8082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6"/>
                </a:buClr>
                <a:buSzPct val="100000"/>
                <a:buFont typeface="Arial" panose="020B0604020202020204" pitchFamily="34" charset="0"/>
                <a:buChar char="•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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900"/>
                <a:t>Lorem ipsum </a:t>
              </a:r>
              <a:r>
                <a:rPr lang="en-GB" sz="900" err="1"/>
                <a:t>odor</a:t>
              </a:r>
              <a:r>
                <a:rPr lang="en-GB" sz="900"/>
                <a:t> </a:t>
              </a:r>
              <a:r>
                <a:rPr lang="en-GB" sz="900" err="1"/>
                <a:t>amet</a:t>
              </a:r>
              <a:r>
                <a:rPr lang="en-GB" sz="900"/>
                <a:t>, </a:t>
              </a:r>
              <a:r>
                <a:rPr lang="en-GB" sz="900" err="1"/>
                <a:t>consectetuer</a:t>
              </a:r>
              <a:r>
                <a:rPr lang="en-GB" sz="900"/>
                <a:t> </a:t>
              </a:r>
              <a:r>
                <a:rPr lang="en-GB" sz="900" err="1"/>
                <a:t>adipiscing</a:t>
              </a:r>
              <a:r>
                <a:rPr lang="en-GB" sz="900"/>
                <a:t> </a:t>
              </a:r>
              <a:r>
                <a:rPr lang="en-GB" sz="900" err="1"/>
                <a:t>elit</a:t>
              </a:r>
              <a:r>
                <a:rPr lang="en-GB" sz="900"/>
                <a:t>. </a:t>
              </a:r>
              <a:r>
                <a:rPr lang="en-GB" sz="900" err="1"/>
                <a:t>Urna</a:t>
              </a:r>
              <a:r>
                <a:rPr lang="en-GB" sz="900"/>
                <a:t> </a:t>
              </a:r>
              <a:r>
                <a:rPr lang="en-GB" sz="900" err="1"/>
                <a:t>justo</a:t>
              </a:r>
              <a:r>
                <a:rPr lang="en-GB" sz="900"/>
                <a:t> </a:t>
              </a:r>
              <a:r>
                <a:rPr lang="en-GB" sz="900" err="1"/>
                <a:t>aenean</a:t>
              </a:r>
              <a:r>
                <a:rPr lang="en-GB" sz="900"/>
                <a:t> </a:t>
              </a:r>
              <a:r>
                <a:rPr lang="en-GB" sz="900" err="1"/>
                <a:t>aliquet</a:t>
              </a:r>
              <a:r>
                <a:rPr lang="en-GB" sz="900"/>
                <a:t> in </a:t>
              </a:r>
              <a:r>
                <a:rPr lang="en-GB" sz="900" err="1"/>
                <a:t>eleifend</a:t>
              </a:r>
              <a:r>
                <a:rPr lang="en-GB" sz="900"/>
                <a:t> </a:t>
              </a:r>
              <a:r>
                <a:rPr lang="en-GB" sz="900" err="1"/>
                <a:t>venenatis</a:t>
              </a:r>
              <a:r>
                <a:rPr lang="en-GB" sz="900"/>
                <a:t> </a:t>
              </a:r>
              <a:r>
                <a:rPr lang="en-GB" sz="900" err="1"/>
                <a:t>dapibus</a:t>
              </a:r>
              <a:r>
                <a:rPr lang="en-GB" sz="900"/>
                <a:t> </a:t>
              </a:r>
              <a:r>
                <a:rPr lang="en-GB" sz="900" err="1"/>
                <a:t>montes</a:t>
              </a:r>
              <a:r>
                <a:rPr lang="en-GB" sz="900"/>
                <a:t> </a:t>
              </a:r>
              <a:r>
                <a:rPr lang="en-GB" sz="900" err="1"/>
                <a:t>natoque</a:t>
              </a:r>
              <a:r>
                <a:rPr lang="en-GB" sz="900"/>
                <a:t>. </a:t>
              </a:r>
              <a:r>
                <a:rPr lang="en-GB" sz="900" err="1"/>
                <a:t>Rutrum</a:t>
              </a:r>
              <a:r>
                <a:rPr lang="en-GB" sz="900"/>
                <a:t> vestibulum </a:t>
              </a:r>
              <a:r>
                <a:rPr lang="en-GB" sz="900" err="1"/>
                <a:t>facilisi</a:t>
              </a:r>
              <a:r>
                <a:rPr lang="en-GB" sz="900"/>
                <a:t> </a:t>
              </a:r>
              <a:r>
                <a:rPr lang="en-GB" sz="900" err="1"/>
                <a:t>leo</a:t>
              </a:r>
              <a:r>
                <a:rPr lang="en-GB" sz="900"/>
                <a:t> </a:t>
              </a:r>
              <a:r>
                <a:rPr lang="en-GB" sz="900" err="1"/>
                <a:t>facilisis</a:t>
              </a:r>
              <a:r>
                <a:rPr lang="en-GB" sz="900"/>
                <a:t> </a:t>
              </a:r>
              <a:r>
                <a:rPr lang="en-GB" sz="900" err="1"/>
                <a:t>iaculis</a:t>
              </a:r>
              <a:r>
                <a:rPr lang="en-GB" sz="900"/>
                <a:t> </a:t>
              </a:r>
              <a:r>
                <a:rPr lang="en-GB" sz="900" err="1"/>
                <a:t>nulla</a:t>
              </a:r>
              <a:r>
                <a:rPr lang="en-GB" sz="900"/>
                <a:t> </a:t>
              </a:r>
              <a:r>
                <a:rPr lang="en-GB" sz="900" err="1"/>
                <a:t>tincidunt</a:t>
              </a:r>
              <a:r>
                <a:rPr lang="en-GB" sz="900"/>
                <a:t> </a:t>
              </a:r>
              <a:r>
                <a:rPr lang="en-GB" sz="900" err="1"/>
                <a:t>habitasse</a:t>
              </a:r>
              <a:r>
                <a:rPr lang="en-GB" sz="900"/>
                <a:t>.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B559162-26B7-DC68-6248-C21946FA6531}"/>
                </a:ext>
              </a:extLst>
            </p:cNvPr>
            <p:cNvSpPr txBox="1"/>
            <p:nvPr/>
          </p:nvSpPr>
          <p:spPr>
            <a:xfrm>
              <a:off x="8854434" y="4637251"/>
              <a:ext cx="2380915" cy="19442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>
                  <a:latin typeface="Poppins" pitchFamily="2" charset="77"/>
                  <a:cs typeface="Poppins" pitchFamily="2" charset="77"/>
                </a:rPr>
                <a:t>Lorem ipsum </a:t>
              </a:r>
              <a:r>
                <a:rPr lang="en-GB" sz="1200" err="1">
                  <a:latin typeface="Poppins" pitchFamily="2" charset="77"/>
                  <a:cs typeface="Poppins" pitchFamily="2" charset="77"/>
                </a:rPr>
                <a:t>odor</a:t>
              </a:r>
              <a:r>
                <a:rPr lang="en-GB" sz="1200"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GB" sz="1200" err="1">
                  <a:latin typeface="Poppins" pitchFamily="2" charset="77"/>
                  <a:cs typeface="Poppins" pitchFamily="2" charset="77"/>
                </a:rPr>
                <a:t>amet</a:t>
              </a:r>
              <a:endParaRPr lang="en-GB" sz="1200"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46" name="Picture 45" descr="A white line drawing of a cloud&#10;&#10;Description automatically generated">
              <a:extLst>
                <a:ext uri="{FF2B5EF4-FFF2-40B4-BE49-F238E27FC236}">
                  <a16:creationId xmlns:a16="http://schemas.microsoft.com/office/drawing/2014/main" id="{98210D6D-CFEF-AB84-DC8B-4BB675A8E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98306" y="4391081"/>
              <a:ext cx="397586" cy="440568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36574F-9980-545D-1A03-54158AF273D1}"/>
              </a:ext>
            </a:extLst>
          </p:cNvPr>
          <p:cNvGrpSpPr/>
          <p:nvPr/>
        </p:nvGrpSpPr>
        <p:grpSpPr>
          <a:xfrm>
            <a:off x="1056029" y="3020831"/>
            <a:ext cx="3241607" cy="1485210"/>
            <a:chOff x="8017051" y="4246075"/>
            <a:chExt cx="3412949" cy="1563714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746A4BD6-A51A-A473-1A7B-6A3B2066F063}"/>
                </a:ext>
              </a:extLst>
            </p:cNvPr>
            <p:cNvSpPr/>
            <p:nvPr/>
          </p:nvSpPr>
          <p:spPr>
            <a:xfrm>
              <a:off x="8017051" y="4246075"/>
              <a:ext cx="3412949" cy="1563714"/>
            </a:xfrm>
            <a:prstGeom prst="roundRect">
              <a:avLst>
                <a:gd name="adj" fmla="val 10880"/>
              </a:avLst>
            </a:prstGeom>
            <a:solidFill>
              <a:schemeClr val="tx2"/>
            </a:solidFill>
            <a:ln>
              <a:noFill/>
              <a:prstDash val="dash"/>
            </a:ln>
            <a:effectLst>
              <a:outerShdw blurRad="184897" dist="38100" dir="2700000" algn="tl" rotWithShape="0">
                <a:prstClr val="black">
                  <a:alpha val="15973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 Placeholder 5">
              <a:extLst>
                <a:ext uri="{FF2B5EF4-FFF2-40B4-BE49-F238E27FC236}">
                  <a16:creationId xmlns:a16="http://schemas.microsoft.com/office/drawing/2014/main" id="{D46844DE-3CA8-B66A-F956-3FECFF483371}"/>
                </a:ext>
              </a:extLst>
            </p:cNvPr>
            <p:cNvSpPr txBox="1">
              <a:spLocks/>
            </p:cNvSpPr>
            <p:nvPr/>
          </p:nvSpPr>
          <p:spPr>
            <a:xfrm>
              <a:off x="8234473" y="4895785"/>
              <a:ext cx="2998471" cy="69464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None/>
                <a:defRPr lang="en-US" sz="10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1pPr>
              <a:lvl2pPr marL="446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Font typeface="Courier New" panose="02070309020205020404" pitchFamily="49" charset="0"/>
                <a:buChar char="o"/>
                <a:defRPr lang="en-US" sz="14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2pPr>
              <a:lvl3pPr marL="6264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3pPr>
              <a:lvl4pPr marL="8082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6"/>
                </a:buClr>
                <a:buSzPct val="100000"/>
                <a:buFont typeface="Arial" panose="020B0604020202020204" pitchFamily="34" charset="0"/>
                <a:buChar char="•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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900">
                  <a:solidFill>
                    <a:schemeClr val="bg1"/>
                  </a:solidFill>
                </a:rPr>
                <a:t>Lorem ipsum </a:t>
              </a:r>
              <a:r>
                <a:rPr lang="en-GB" sz="900" err="1">
                  <a:solidFill>
                    <a:schemeClr val="bg1"/>
                  </a:solidFill>
                </a:rPr>
                <a:t>odor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amet</a:t>
              </a:r>
              <a:r>
                <a:rPr lang="en-GB" sz="900">
                  <a:solidFill>
                    <a:schemeClr val="bg1"/>
                  </a:solidFill>
                </a:rPr>
                <a:t>, </a:t>
              </a:r>
              <a:r>
                <a:rPr lang="en-GB" sz="900" err="1">
                  <a:solidFill>
                    <a:schemeClr val="bg1"/>
                  </a:solidFill>
                </a:rPr>
                <a:t>consectetuer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adipiscing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elit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  <a:r>
                <a:rPr lang="en-GB" sz="900" err="1">
                  <a:solidFill>
                    <a:schemeClr val="bg1"/>
                  </a:solidFill>
                </a:rPr>
                <a:t>Urna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justo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aenean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aliquet</a:t>
              </a:r>
              <a:r>
                <a:rPr lang="en-GB" sz="900">
                  <a:solidFill>
                    <a:schemeClr val="bg1"/>
                  </a:solidFill>
                </a:rPr>
                <a:t> in </a:t>
              </a:r>
              <a:r>
                <a:rPr lang="en-GB" sz="900" err="1">
                  <a:solidFill>
                    <a:schemeClr val="bg1"/>
                  </a:solidFill>
                </a:rPr>
                <a:t>eleifend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venenatis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dapibus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montes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natoque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  <a:r>
                <a:rPr lang="en-GB" sz="900" err="1">
                  <a:solidFill>
                    <a:schemeClr val="bg1"/>
                  </a:solidFill>
                </a:rPr>
                <a:t>Rutrum</a:t>
              </a:r>
              <a:r>
                <a:rPr lang="en-GB" sz="900">
                  <a:solidFill>
                    <a:schemeClr val="bg1"/>
                  </a:solidFill>
                </a:rPr>
                <a:t> vestibulum </a:t>
              </a:r>
              <a:r>
                <a:rPr lang="en-GB" sz="900" err="1">
                  <a:solidFill>
                    <a:schemeClr val="bg1"/>
                  </a:solidFill>
                </a:rPr>
                <a:t>facilisi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leo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facilisis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iaculis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nulla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tincidunt</a:t>
              </a:r>
              <a:r>
                <a:rPr lang="en-GB" sz="900">
                  <a:solidFill>
                    <a:schemeClr val="bg1"/>
                  </a:solidFill>
                </a:rPr>
                <a:t> </a:t>
              </a:r>
              <a:r>
                <a:rPr lang="en-GB" sz="900" err="1">
                  <a:solidFill>
                    <a:schemeClr val="bg1"/>
                  </a:solidFill>
                </a:rPr>
                <a:t>habitasse</a:t>
              </a:r>
              <a:r>
                <a:rPr lang="en-GB" sz="900">
                  <a:solidFill>
                    <a:schemeClr val="bg1"/>
                  </a:solidFill>
                </a:rPr>
                <a:t>.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2C051EF-CEBC-1919-C3CA-6B69F556ED32}"/>
                </a:ext>
              </a:extLst>
            </p:cNvPr>
            <p:cNvSpPr txBox="1"/>
            <p:nvPr/>
          </p:nvSpPr>
          <p:spPr>
            <a:xfrm>
              <a:off x="8854434" y="4637251"/>
              <a:ext cx="2380915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Lorem ipsum </a:t>
              </a:r>
              <a:r>
                <a:rPr lang="en-GB" sz="1200" err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odor</a:t>
              </a:r>
              <a:r>
                <a:rPr lang="en-GB" sz="120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GB" sz="1200" err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endParaRPr lang="en-GB"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51" name="Picture 50" descr="A white line drawing of a cloud&#10;&#10;Description automatically generated">
              <a:extLst>
                <a:ext uri="{FF2B5EF4-FFF2-40B4-BE49-F238E27FC236}">
                  <a16:creationId xmlns:a16="http://schemas.microsoft.com/office/drawing/2014/main" id="{DFA8A521-0118-1850-5D11-E6D0ED728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98306" y="4391081"/>
              <a:ext cx="397586" cy="440568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51EC70-CBDD-1589-1B57-7304853AFD0D}"/>
              </a:ext>
            </a:extLst>
          </p:cNvPr>
          <p:cNvGrpSpPr/>
          <p:nvPr/>
        </p:nvGrpSpPr>
        <p:grpSpPr>
          <a:xfrm>
            <a:off x="1277479" y="1291368"/>
            <a:ext cx="3241607" cy="1485210"/>
            <a:chOff x="8017051" y="4246075"/>
            <a:chExt cx="3412949" cy="1563714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B09AF7A1-78F1-6547-6AE8-35CBE1554918}"/>
                </a:ext>
              </a:extLst>
            </p:cNvPr>
            <p:cNvSpPr/>
            <p:nvPr/>
          </p:nvSpPr>
          <p:spPr>
            <a:xfrm>
              <a:off x="8017051" y="4246075"/>
              <a:ext cx="3412949" cy="1563714"/>
            </a:xfrm>
            <a:prstGeom prst="roundRect">
              <a:avLst>
                <a:gd name="adj" fmla="val 10880"/>
              </a:avLst>
            </a:prstGeom>
            <a:solidFill>
              <a:schemeClr val="accent1"/>
            </a:solidFill>
            <a:ln>
              <a:noFill/>
              <a:prstDash val="dash"/>
            </a:ln>
            <a:effectLst>
              <a:outerShdw blurRad="184897" dist="38100" dir="2700000" algn="tl" rotWithShape="0">
                <a:prstClr val="black">
                  <a:alpha val="15973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Text Placeholder 5">
              <a:extLst>
                <a:ext uri="{FF2B5EF4-FFF2-40B4-BE49-F238E27FC236}">
                  <a16:creationId xmlns:a16="http://schemas.microsoft.com/office/drawing/2014/main" id="{20F419F0-85F1-1853-A29E-79F081A61788}"/>
                </a:ext>
              </a:extLst>
            </p:cNvPr>
            <p:cNvSpPr txBox="1">
              <a:spLocks/>
            </p:cNvSpPr>
            <p:nvPr/>
          </p:nvSpPr>
          <p:spPr>
            <a:xfrm>
              <a:off x="8234473" y="4895785"/>
              <a:ext cx="2998471" cy="69464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None/>
                <a:defRPr lang="en-US" sz="10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1pPr>
              <a:lvl2pPr marL="446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Font typeface="Courier New" panose="02070309020205020404" pitchFamily="49" charset="0"/>
                <a:buChar char="o"/>
                <a:defRPr lang="en-US" sz="1400" kern="1200" dirty="0">
                  <a:solidFill>
                    <a:schemeClr val="tx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2pPr>
              <a:lvl3pPr marL="6264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3pPr>
              <a:lvl4pPr marL="808200" indent="-156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accent6"/>
                </a:buClr>
                <a:buSzPct val="100000"/>
                <a:buFont typeface="Arial" panose="020B0604020202020204" pitchFamily="34" charset="0"/>
                <a:buChar char="•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"/>
                <a:defRPr lang="en-US" sz="1100" kern="1200" dirty="0">
                  <a:solidFill>
                    <a:schemeClr val="accent1"/>
                  </a:solidFill>
                  <a:latin typeface="Poppins Light" panose="00000400000000000000" pitchFamily="2" charset="0"/>
                  <a:ea typeface="+mn-ea"/>
                  <a:cs typeface="Poppins Light" panose="00000400000000000000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900"/>
                <a:t>Lorem ipsum </a:t>
              </a:r>
              <a:r>
                <a:rPr lang="en-GB" sz="900" err="1"/>
                <a:t>odor</a:t>
              </a:r>
              <a:r>
                <a:rPr lang="en-GB" sz="900"/>
                <a:t> </a:t>
              </a:r>
              <a:r>
                <a:rPr lang="en-GB" sz="900" err="1"/>
                <a:t>amet</a:t>
              </a:r>
              <a:r>
                <a:rPr lang="en-GB" sz="900"/>
                <a:t>, </a:t>
              </a:r>
              <a:r>
                <a:rPr lang="en-GB" sz="900" err="1"/>
                <a:t>consectetuer</a:t>
              </a:r>
              <a:r>
                <a:rPr lang="en-GB" sz="900"/>
                <a:t> </a:t>
              </a:r>
              <a:r>
                <a:rPr lang="en-GB" sz="900" err="1"/>
                <a:t>adipiscing</a:t>
              </a:r>
              <a:r>
                <a:rPr lang="en-GB" sz="900"/>
                <a:t> </a:t>
              </a:r>
              <a:r>
                <a:rPr lang="en-GB" sz="900" err="1"/>
                <a:t>elit</a:t>
              </a:r>
              <a:r>
                <a:rPr lang="en-GB" sz="900"/>
                <a:t>. </a:t>
              </a:r>
              <a:r>
                <a:rPr lang="en-GB" sz="900" err="1"/>
                <a:t>Urna</a:t>
              </a:r>
              <a:r>
                <a:rPr lang="en-GB" sz="900"/>
                <a:t> </a:t>
              </a:r>
              <a:r>
                <a:rPr lang="en-GB" sz="900" err="1"/>
                <a:t>justo</a:t>
              </a:r>
              <a:r>
                <a:rPr lang="en-GB" sz="900"/>
                <a:t> </a:t>
              </a:r>
              <a:r>
                <a:rPr lang="en-GB" sz="900" err="1"/>
                <a:t>aenean</a:t>
              </a:r>
              <a:r>
                <a:rPr lang="en-GB" sz="900"/>
                <a:t> </a:t>
              </a:r>
              <a:r>
                <a:rPr lang="en-GB" sz="900" err="1"/>
                <a:t>aliquet</a:t>
              </a:r>
              <a:r>
                <a:rPr lang="en-GB" sz="900"/>
                <a:t> in </a:t>
              </a:r>
              <a:r>
                <a:rPr lang="en-GB" sz="900" err="1"/>
                <a:t>eleifend</a:t>
              </a:r>
              <a:r>
                <a:rPr lang="en-GB" sz="900"/>
                <a:t> </a:t>
              </a:r>
              <a:r>
                <a:rPr lang="en-GB" sz="900" err="1"/>
                <a:t>venenatis</a:t>
              </a:r>
              <a:r>
                <a:rPr lang="en-GB" sz="900"/>
                <a:t> </a:t>
              </a:r>
              <a:r>
                <a:rPr lang="en-GB" sz="900" err="1"/>
                <a:t>dapibus</a:t>
              </a:r>
              <a:r>
                <a:rPr lang="en-GB" sz="900"/>
                <a:t> </a:t>
              </a:r>
              <a:r>
                <a:rPr lang="en-GB" sz="900" err="1"/>
                <a:t>montes</a:t>
              </a:r>
              <a:r>
                <a:rPr lang="en-GB" sz="900"/>
                <a:t> </a:t>
              </a:r>
              <a:r>
                <a:rPr lang="en-GB" sz="900" err="1"/>
                <a:t>natoque</a:t>
              </a:r>
              <a:r>
                <a:rPr lang="en-GB" sz="900"/>
                <a:t>. </a:t>
              </a:r>
              <a:r>
                <a:rPr lang="en-GB" sz="900" err="1"/>
                <a:t>Rutrum</a:t>
              </a:r>
              <a:r>
                <a:rPr lang="en-GB" sz="900"/>
                <a:t> vestibulum </a:t>
              </a:r>
              <a:r>
                <a:rPr lang="en-GB" sz="900" err="1"/>
                <a:t>facilisi</a:t>
              </a:r>
              <a:r>
                <a:rPr lang="en-GB" sz="900"/>
                <a:t> </a:t>
              </a:r>
              <a:r>
                <a:rPr lang="en-GB" sz="900" err="1"/>
                <a:t>leo</a:t>
              </a:r>
              <a:r>
                <a:rPr lang="en-GB" sz="900"/>
                <a:t> </a:t>
              </a:r>
              <a:r>
                <a:rPr lang="en-GB" sz="900" err="1"/>
                <a:t>facilisis</a:t>
              </a:r>
              <a:r>
                <a:rPr lang="en-GB" sz="900"/>
                <a:t> </a:t>
              </a:r>
              <a:r>
                <a:rPr lang="en-GB" sz="900" err="1"/>
                <a:t>iaculis</a:t>
              </a:r>
              <a:r>
                <a:rPr lang="en-GB" sz="900"/>
                <a:t> </a:t>
              </a:r>
              <a:r>
                <a:rPr lang="en-GB" sz="900" err="1"/>
                <a:t>nulla</a:t>
              </a:r>
              <a:r>
                <a:rPr lang="en-GB" sz="900"/>
                <a:t> </a:t>
              </a:r>
              <a:r>
                <a:rPr lang="en-GB" sz="900" err="1"/>
                <a:t>tincidunt</a:t>
              </a:r>
              <a:r>
                <a:rPr lang="en-GB" sz="900"/>
                <a:t> </a:t>
              </a:r>
              <a:r>
                <a:rPr lang="en-GB" sz="900" err="1"/>
                <a:t>habitasse</a:t>
              </a:r>
              <a:r>
                <a:rPr lang="en-GB" sz="900"/>
                <a:t>. 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4E64FC0-6E24-1E2C-80E7-20A9D1DA73CA}"/>
                </a:ext>
              </a:extLst>
            </p:cNvPr>
            <p:cNvSpPr txBox="1"/>
            <p:nvPr/>
          </p:nvSpPr>
          <p:spPr>
            <a:xfrm>
              <a:off x="8854434" y="4637251"/>
              <a:ext cx="2380915" cy="19442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>
                  <a:latin typeface="Poppins" pitchFamily="2" charset="77"/>
                  <a:cs typeface="Poppins" pitchFamily="2" charset="77"/>
                </a:rPr>
                <a:t>Lorem ipsum </a:t>
              </a:r>
              <a:r>
                <a:rPr lang="en-GB" sz="1200" err="1">
                  <a:latin typeface="Poppins" pitchFamily="2" charset="77"/>
                  <a:cs typeface="Poppins" pitchFamily="2" charset="77"/>
                </a:rPr>
                <a:t>odor</a:t>
              </a:r>
              <a:r>
                <a:rPr lang="en-GB" sz="1200"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GB" sz="1200" err="1">
                  <a:latin typeface="Poppins" pitchFamily="2" charset="77"/>
                  <a:cs typeface="Poppins" pitchFamily="2" charset="77"/>
                </a:rPr>
                <a:t>amet</a:t>
              </a:r>
              <a:endParaRPr lang="en-GB" sz="1200"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56" name="Picture 55" descr="A white line drawing of a cloud&#10;&#10;Description automatically generated">
              <a:extLst>
                <a:ext uri="{FF2B5EF4-FFF2-40B4-BE49-F238E27FC236}">
                  <a16:creationId xmlns:a16="http://schemas.microsoft.com/office/drawing/2014/main" id="{6594C72B-C8AF-7ADD-E626-84133C65F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98306" y="4391081"/>
              <a:ext cx="397586" cy="440568"/>
            </a:xfrm>
            <a:prstGeom prst="rect">
              <a:avLst/>
            </a:prstGeom>
          </p:spPr>
        </p:pic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7E442362-8644-4BE8-F722-1FD390F0FDEF}"/>
              </a:ext>
            </a:extLst>
          </p:cNvPr>
          <p:cNvSpPr/>
          <p:nvPr/>
        </p:nvSpPr>
        <p:spPr>
          <a:xfrm>
            <a:off x="5940827" y="1924874"/>
            <a:ext cx="257968" cy="257968"/>
          </a:xfrm>
          <a:prstGeom prst="ellipse">
            <a:avLst/>
          </a:prstGeom>
          <a:solidFill>
            <a:schemeClr val="tx2"/>
          </a:solidFill>
          <a:ln w="25400">
            <a:solidFill>
              <a:srgbClr val="F3F7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911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3ABC-7919-2B8F-6073-4025E591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58B21B8-E252-8882-FCAB-4DD4D1433C5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31167573"/>
              </p:ext>
            </p:extLst>
          </p:nvPr>
        </p:nvGraphicFramePr>
        <p:xfrm>
          <a:off x="0" y="1539875"/>
          <a:ext cx="11233150" cy="4319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74846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A745-5720-EE8D-4ED3-DF2AAAED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2D295-6450-7663-AEAB-DC4A0BE79A0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749A0-1DBE-8F50-F2B5-7B932DE72AD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9E210D9-18C9-5004-3F1E-BB96A515699C}"/>
              </a:ext>
            </a:extLst>
          </p:cNvPr>
          <p:cNvGrpSpPr/>
          <p:nvPr/>
        </p:nvGrpSpPr>
        <p:grpSpPr>
          <a:xfrm>
            <a:off x="5872711" y="517444"/>
            <a:ext cx="5237642" cy="5275093"/>
            <a:chOff x="5772043" y="540821"/>
            <a:chExt cx="5237642" cy="527509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E9942D4-3375-55C2-A35C-CAFC156A785D}"/>
                </a:ext>
              </a:extLst>
            </p:cNvPr>
            <p:cNvGrpSpPr/>
            <p:nvPr/>
          </p:nvGrpSpPr>
          <p:grpSpPr>
            <a:xfrm>
              <a:off x="9375912" y="1573331"/>
              <a:ext cx="1633773" cy="1648847"/>
              <a:chOff x="9375912" y="1573331"/>
              <a:chExt cx="1633773" cy="1648847"/>
            </a:xfrm>
          </p:grpSpPr>
          <p:sp>
            <p:nvSpPr>
              <p:cNvPr id="13" name="Diagonal Stripe 12">
                <a:extLst>
                  <a:ext uri="{FF2B5EF4-FFF2-40B4-BE49-F238E27FC236}">
                    <a16:creationId xmlns:a16="http://schemas.microsoft.com/office/drawing/2014/main" id="{AB9C7EEC-29A6-673E-E0AE-FA18DB1CBF65}"/>
                  </a:ext>
                </a:extLst>
              </p:cNvPr>
              <p:cNvSpPr/>
              <p:nvPr/>
            </p:nvSpPr>
            <p:spPr>
              <a:xfrm rot="13500000">
                <a:off x="9960107" y="2746578"/>
                <a:ext cx="475600" cy="475600"/>
              </a:xfrm>
              <a:prstGeom prst="diagStrip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Hexagon 13">
                <a:extLst>
                  <a:ext uri="{FF2B5EF4-FFF2-40B4-BE49-F238E27FC236}">
                    <a16:creationId xmlns:a16="http://schemas.microsoft.com/office/drawing/2014/main" id="{6595B45C-0AD4-AD30-6416-C48018DAFBB9}"/>
                  </a:ext>
                </a:extLst>
              </p:cNvPr>
              <p:cNvSpPr/>
              <p:nvPr/>
            </p:nvSpPr>
            <p:spPr>
              <a:xfrm>
                <a:off x="9375912" y="1573331"/>
                <a:ext cx="1633773" cy="1408424"/>
              </a:xfrm>
              <a:prstGeom prst="hexagon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  <a:effectLst>
                <a:outerShdw blurRad="191224" dist="1348" dir="2700000" algn="tl" rotWithShape="0">
                  <a:prstClr val="black">
                    <a:alpha val="20305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02BABF0-5A5C-A207-3F59-8562DBE41D74}"/>
                </a:ext>
              </a:extLst>
            </p:cNvPr>
            <p:cNvGrpSpPr/>
            <p:nvPr/>
          </p:nvGrpSpPr>
          <p:grpSpPr>
            <a:xfrm>
              <a:off x="9314701" y="3451202"/>
              <a:ext cx="1687930" cy="1408424"/>
              <a:chOff x="9314701" y="3451202"/>
              <a:chExt cx="1687930" cy="1408424"/>
            </a:xfrm>
          </p:grpSpPr>
          <p:sp>
            <p:nvSpPr>
              <p:cNvPr id="10" name="Diagonal Stripe 9">
                <a:extLst>
                  <a:ext uri="{FF2B5EF4-FFF2-40B4-BE49-F238E27FC236}">
                    <a16:creationId xmlns:a16="http://schemas.microsoft.com/office/drawing/2014/main" id="{C36CD0D9-D796-895C-C7AD-EA0218295C6A}"/>
                  </a:ext>
                </a:extLst>
              </p:cNvPr>
              <p:cNvSpPr/>
              <p:nvPr/>
            </p:nvSpPr>
            <p:spPr>
              <a:xfrm rot="17328779">
                <a:off x="9314701" y="4280492"/>
                <a:ext cx="475600" cy="475600"/>
              </a:xfrm>
              <a:prstGeom prst="diagStrip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Hexagon 14">
                <a:extLst>
                  <a:ext uri="{FF2B5EF4-FFF2-40B4-BE49-F238E27FC236}">
                    <a16:creationId xmlns:a16="http://schemas.microsoft.com/office/drawing/2014/main" id="{F9E67210-EA46-E585-193D-0F50FF315DC4}"/>
                  </a:ext>
                </a:extLst>
              </p:cNvPr>
              <p:cNvSpPr/>
              <p:nvPr/>
            </p:nvSpPr>
            <p:spPr>
              <a:xfrm>
                <a:off x="9368858" y="3451202"/>
                <a:ext cx="1633773" cy="1408424"/>
              </a:xfrm>
              <a:prstGeom prst="hexagon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  <a:effectLst>
                <a:outerShdw blurRad="191224" dist="1348" dir="2700000" algn="tl" rotWithShape="0">
                  <a:prstClr val="black">
                    <a:alpha val="20305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F1EBA8A-3FD6-4326-8DAE-F5BD1008ED95}"/>
                </a:ext>
              </a:extLst>
            </p:cNvPr>
            <p:cNvGrpSpPr/>
            <p:nvPr/>
          </p:nvGrpSpPr>
          <p:grpSpPr>
            <a:xfrm>
              <a:off x="7496372" y="4407490"/>
              <a:ext cx="1686971" cy="1408424"/>
              <a:chOff x="7496372" y="4407490"/>
              <a:chExt cx="1686971" cy="1408424"/>
            </a:xfrm>
          </p:grpSpPr>
          <p:sp>
            <p:nvSpPr>
              <p:cNvPr id="11" name="Diagonal Stripe 10">
                <a:extLst>
                  <a:ext uri="{FF2B5EF4-FFF2-40B4-BE49-F238E27FC236}">
                    <a16:creationId xmlns:a16="http://schemas.microsoft.com/office/drawing/2014/main" id="{2976E571-17D8-9AD1-48DD-E169CBFBB562}"/>
                  </a:ext>
                </a:extLst>
              </p:cNvPr>
              <p:cNvSpPr/>
              <p:nvPr/>
            </p:nvSpPr>
            <p:spPr>
              <a:xfrm rot="20517855">
                <a:off x="7496372" y="4530463"/>
                <a:ext cx="475600" cy="475600"/>
              </a:xfrm>
              <a:prstGeom prst="diagStrip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Hexagon 15">
                <a:extLst>
                  <a:ext uri="{FF2B5EF4-FFF2-40B4-BE49-F238E27FC236}">
                    <a16:creationId xmlns:a16="http://schemas.microsoft.com/office/drawing/2014/main" id="{76815D71-C072-4203-DB9E-8F3F1E34B638}"/>
                  </a:ext>
                </a:extLst>
              </p:cNvPr>
              <p:cNvSpPr/>
              <p:nvPr/>
            </p:nvSpPr>
            <p:spPr>
              <a:xfrm>
                <a:off x="7549570" y="4407490"/>
                <a:ext cx="1633773" cy="1408424"/>
              </a:xfrm>
              <a:prstGeom prst="hexagon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  <a:effectLst>
                <a:outerShdw blurRad="191224" dist="1348" dir="2700000" algn="tl" rotWithShape="0">
                  <a:prstClr val="black">
                    <a:alpha val="20305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58E58BA-384E-13D9-6F57-79FAD7B525D0}"/>
                </a:ext>
              </a:extLst>
            </p:cNvPr>
            <p:cNvGrpSpPr/>
            <p:nvPr/>
          </p:nvGrpSpPr>
          <p:grpSpPr>
            <a:xfrm>
              <a:off x="5801335" y="3209642"/>
              <a:ext cx="1633773" cy="1646454"/>
              <a:chOff x="5801335" y="3209642"/>
              <a:chExt cx="1633773" cy="1646454"/>
            </a:xfrm>
          </p:grpSpPr>
          <p:sp>
            <p:nvSpPr>
              <p:cNvPr id="9" name="Diagonal Stripe 8">
                <a:extLst>
                  <a:ext uri="{FF2B5EF4-FFF2-40B4-BE49-F238E27FC236}">
                    <a16:creationId xmlns:a16="http://schemas.microsoft.com/office/drawing/2014/main" id="{C6E94121-98FC-3973-A041-D045F39512B9}"/>
                  </a:ext>
                </a:extLst>
              </p:cNvPr>
              <p:cNvSpPr/>
              <p:nvPr/>
            </p:nvSpPr>
            <p:spPr>
              <a:xfrm rot="2700000">
                <a:off x="6378211" y="3209642"/>
                <a:ext cx="475600" cy="475600"/>
              </a:xfrm>
              <a:prstGeom prst="diagStrip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Hexagon 16">
                <a:extLst>
                  <a:ext uri="{FF2B5EF4-FFF2-40B4-BE49-F238E27FC236}">
                    <a16:creationId xmlns:a16="http://schemas.microsoft.com/office/drawing/2014/main" id="{1F3FE30A-5B2C-B66B-9AD3-2B36CA0EAC88}"/>
                  </a:ext>
                </a:extLst>
              </p:cNvPr>
              <p:cNvSpPr/>
              <p:nvPr/>
            </p:nvSpPr>
            <p:spPr>
              <a:xfrm>
                <a:off x="5801335" y="3447672"/>
                <a:ext cx="1633773" cy="1408424"/>
              </a:xfrm>
              <a:prstGeom prst="hexagon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  <a:effectLst>
                <a:outerShdw blurRad="191224" dist="1348" dir="2700000" algn="tl" rotWithShape="0">
                  <a:prstClr val="black">
                    <a:alpha val="20305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CA0AD5B8-40E9-C19D-4154-5EB150E0D7E1}"/>
                </a:ext>
              </a:extLst>
            </p:cNvPr>
            <p:cNvSpPr/>
            <p:nvPr/>
          </p:nvSpPr>
          <p:spPr>
            <a:xfrm>
              <a:off x="5772043" y="1567095"/>
              <a:ext cx="1633773" cy="1408424"/>
            </a:xfrm>
            <a:prstGeom prst="hexagon">
              <a:avLst/>
            </a:prstGeom>
            <a:solidFill>
              <a:schemeClr val="bg1"/>
            </a:solidFill>
            <a:ln>
              <a:noFill/>
              <a:prstDash val="dash"/>
            </a:ln>
            <a:effectLst>
              <a:outerShdw blurRad="191224" dist="1348" dir="2700000" algn="tl" rotWithShape="0">
                <a:prstClr val="black">
                  <a:alpha val="2030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CE5BF9A-6F9D-576B-EDB9-A0E76FC27D23}"/>
                </a:ext>
              </a:extLst>
            </p:cNvPr>
            <p:cNvGrpSpPr/>
            <p:nvPr/>
          </p:nvGrpSpPr>
          <p:grpSpPr>
            <a:xfrm>
              <a:off x="7546894" y="540821"/>
              <a:ext cx="1688242" cy="1408424"/>
              <a:chOff x="7546894" y="540821"/>
              <a:chExt cx="1688242" cy="1408424"/>
            </a:xfrm>
          </p:grpSpPr>
          <p:sp>
            <p:nvSpPr>
              <p:cNvPr id="12" name="Diagonal Stripe 11">
                <a:extLst>
                  <a:ext uri="{FF2B5EF4-FFF2-40B4-BE49-F238E27FC236}">
                    <a16:creationId xmlns:a16="http://schemas.microsoft.com/office/drawing/2014/main" id="{03BF25D5-C44C-919A-D855-473395375204}"/>
                  </a:ext>
                </a:extLst>
              </p:cNvPr>
              <p:cNvSpPr/>
              <p:nvPr/>
            </p:nvSpPr>
            <p:spPr>
              <a:xfrm rot="9715325">
                <a:off x="8759536" y="1375220"/>
                <a:ext cx="475600" cy="475600"/>
              </a:xfrm>
              <a:prstGeom prst="diagStrip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Hexagon 18">
                <a:extLst>
                  <a:ext uri="{FF2B5EF4-FFF2-40B4-BE49-F238E27FC236}">
                    <a16:creationId xmlns:a16="http://schemas.microsoft.com/office/drawing/2014/main" id="{1F6D74D0-125A-9072-6657-514807C175F6}"/>
                  </a:ext>
                </a:extLst>
              </p:cNvPr>
              <p:cNvSpPr/>
              <p:nvPr/>
            </p:nvSpPr>
            <p:spPr>
              <a:xfrm>
                <a:off x="7546894" y="540821"/>
                <a:ext cx="1633773" cy="1408424"/>
              </a:xfrm>
              <a:prstGeom prst="hexagon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  <a:effectLst>
                <a:outerShdw blurRad="191224" dist="1348" dir="2700000" algn="tl" rotWithShape="0">
                  <a:prstClr val="black">
                    <a:alpha val="20305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4E66DD1-D51F-3E43-4229-57365E7C5C14}"/>
              </a:ext>
            </a:extLst>
          </p:cNvPr>
          <p:cNvSpPr txBox="1"/>
          <p:nvPr/>
        </p:nvSpPr>
        <p:spPr>
          <a:xfrm>
            <a:off x="7850027" y="3206305"/>
            <a:ext cx="1322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4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Lorem </a:t>
            </a:r>
            <a:br>
              <a:rPr lang="en-US" sz="14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</a:br>
            <a:r>
              <a:rPr lang="en-US" sz="140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ipsum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35C56C-9E9E-5F96-FD5D-8838688BFAE7}"/>
              </a:ext>
            </a:extLst>
          </p:cNvPr>
          <p:cNvSpPr txBox="1"/>
          <p:nvPr/>
        </p:nvSpPr>
        <p:spPr>
          <a:xfrm>
            <a:off x="7725676" y="971518"/>
            <a:ext cx="150233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en-US" sz="1100">
                <a:latin typeface="Poppins Light" pitchFamily="2" charset="77"/>
                <a:cs typeface="Poppins Light" pitchFamily="2" charset="77"/>
              </a:rPr>
              <a:t>Lorem </a:t>
            </a:r>
            <a:br>
              <a:rPr lang="en-US" sz="1100">
                <a:latin typeface="Poppins Light" pitchFamily="2" charset="77"/>
                <a:cs typeface="Poppins Light" pitchFamily="2" charset="77"/>
              </a:rPr>
            </a:br>
            <a:r>
              <a:rPr lang="en-US" sz="1100">
                <a:latin typeface="Poppins Light" pitchFamily="2" charset="77"/>
                <a:cs typeface="Poppins Light" pitchFamily="2" charset="77"/>
              </a:rPr>
              <a:t>ipsum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FA94A2-EA76-E00E-918A-16D6742338AA}"/>
              </a:ext>
            </a:extLst>
          </p:cNvPr>
          <p:cNvSpPr txBox="1"/>
          <p:nvPr/>
        </p:nvSpPr>
        <p:spPr>
          <a:xfrm>
            <a:off x="9545966" y="2033497"/>
            <a:ext cx="1502334" cy="3506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en-US" sz="1100">
                <a:latin typeface="Poppins Light" pitchFamily="2" charset="77"/>
                <a:cs typeface="Poppins Light" pitchFamily="2" charset="77"/>
              </a:rPr>
              <a:t>Lorem </a:t>
            </a:r>
            <a:br>
              <a:rPr lang="en-US" sz="1100">
                <a:latin typeface="Poppins Light" pitchFamily="2" charset="77"/>
                <a:cs typeface="Poppins Light" pitchFamily="2" charset="77"/>
              </a:rPr>
            </a:br>
            <a:r>
              <a:rPr lang="en-US" sz="1100">
                <a:latin typeface="Poppins Light" pitchFamily="2" charset="77"/>
                <a:cs typeface="Poppins Light" pitchFamily="2" charset="77"/>
              </a:rPr>
              <a:t>ipsum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13FA07-9D3F-44B6-3FFC-E500F58D261B}"/>
              </a:ext>
            </a:extLst>
          </p:cNvPr>
          <p:cNvSpPr txBox="1"/>
          <p:nvPr/>
        </p:nvSpPr>
        <p:spPr>
          <a:xfrm>
            <a:off x="9555760" y="3899623"/>
            <a:ext cx="150233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en-US" sz="1100">
                <a:latin typeface="Poppins Light" pitchFamily="2" charset="77"/>
                <a:cs typeface="Poppins Light" pitchFamily="2" charset="77"/>
              </a:rPr>
              <a:t>Lorem </a:t>
            </a:r>
            <a:br>
              <a:rPr lang="en-US" sz="1100">
                <a:latin typeface="Poppins Light" pitchFamily="2" charset="77"/>
                <a:cs typeface="Poppins Light" pitchFamily="2" charset="77"/>
              </a:rPr>
            </a:br>
            <a:r>
              <a:rPr lang="en-US" sz="1100">
                <a:latin typeface="Poppins Light" pitchFamily="2" charset="77"/>
                <a:cs typeface="Poppins Light" pitchFamily="2" charset="77"/>
              </a:rPr>
              <a:t>ipsum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8A3C12-E213-C9F7-75B6-971C4CA87D5A}"/>
              </a:ext>
            </a:extLst>
          </p:cNvPr>
          <p:cNvSpPr txBox="1"/>
          <p:nvPr/>
        </p:nvSpPr>
        <p:spPr>
          <a:xfrm>
            <a:off x="7706089" y="4818691"/>
            <a:ext cx="150233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en-US" sz="1100">
                <a:latin typeface="Poppins Light" pitchFamily="2" charset="77"/>
                <a:cs typeface="Poppins Light" pitchFamily="2" charset="77"/>
              </a:rPr>
              <a:t>Lorem </a:t>
            </a:r>
            <a:br>
              <a:rPr lang="en-US" sz="1100">
                <a:latin typeface="Poppins Light" pitchFamily="2" charset="77"/>
                <a:cs typeface="Poppins Light" pitchFamily="2" charset="77"/>
              </a:rPr>
            </a:br>
            <a:r>
              <a:rPr lang="en-US" sz="1100">
                <a:latin typeface="Poppins Light" pitchFamily="2" charset="77"/>
                <a:cs typeface="Poppins Light" pitchFamily="2" charset="77"/>
              </a:rPr>
              <a:t>ipsum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11D586-B9AE-B707-C4EF-C8CC24B3F99C}"/>
              </a:ext>
            </a:extLst>
          </p:cNvPr>
          <p:cNvSpPr txBox="1"/>
          <p:nvPr/>
        </p:nvSpPr>
        <p:spPr>
          <a:xfrm>
            <a:off x="5953328" y="3899623"/>
            <a:ext cx="150233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en-US" sz="1100">
                <a:latin typeface="Poppins Light" pitchFamily="2" charset="77"/>
                <a:cs typeface="Poppins Light" pitchFamily="2" charset="77"/>
              </a:rPr>
              <a:t>Lorem </a:t>
            </a:r>
            <a:br>
              <a:rPr lang="en-US" sz="1100">
                <a:latin typeface="Poppins Light" pitchFamily="2" charset="77"/>
                <a:cs typeface="Poppins Light" pitchFamily="2" charset="77"/>
              </a:rPr>
            </a:br>
            <a:r>
              <a:rPr lang="en-US" sz="1100">
                <a:latin typeface="Poppins Light" pitchFamily="2" charset="77"/>
                <a:cs typeface="Poppins Light" pitchFamily="2" charset="77"/>
              </a:rPr>
              <a:t>ipsum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B901F2-66F4-3E33-188C-F7A6816DFC03}"/>
              </a:ext>
            </a:extLst>
          </p:cNvPr>
          <p:cNvSpPr txBox="1"/>
          <p:nvPr/>
        </p:nvSpPr>
        <p:spPr>
          <a:xfrm>
            <a:off x="5924970" y="2033497"/>
            <a:ext cx="150233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en-US" sz="1100">
                <a:latin typeface="Poppins Light" pitchFamily="2" charset="77"/>
                <a:cs typeface="Poppins Light" pitchFamily="2" charset="77"/>
              </a:rPr>
              <a:t>Lorem </a:t>
            </a:r>
            <a:br>
              <a:rPr lang="en-US" sz="1100">
                <a:latin typeface="Poppins Light" pitchFamily="2" charset="77"/>
                <a:cs typeface="Poppins Light" pitchFamily="2" charset="77"/>
              </a:rPr>
            </a:br>
            <a:r>
              <a:rPr lang="en-US" sz="1100">
                <a:latin typeface="Poppins Light" pitchFamily="2" charset="77"/>
                <a:cs typeface="Poppins Light" pitchFamily="2" charset="77"/>
              </a:rPr>
              <a:t>ipsum</a:t>
            </a:r>
          </a:p>
        </p:txBody>
      </p:sp>
      <p:sp>
        <p:nvSpPr>
          <p:cNvPr id="56" name="Diagonal Stripe 55">
            <a:extLst>
              <a:ext uri="{FF2B5EF4-FFF2-40B4-BE49-F238E27FC236}">
                <a16:creationId xmlns:a16="http://schemas.microsoft.com/office/drawing/2014/main" id="{5B5CCC89-6C16-CA85-BC19-0820718AE986}"/>
              </a:ext>
            </a:extLst>
          </p:cNvPr>
          <p:cNvSpPr/>
          <p:nvPr/>
        </p:nvSpPr>
        <p:spPr>
          <a:xfrm rot="6535991">
            <a:off x="7082631" y="1641406"/>
            <a:ext cx="475600" cy="475600"/>
          </a:xfrm>
          <a:prstGeom prst="diagStrip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4030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8216BB7-91ED-DE13-5400-4EA0FC22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F3BF2BE-8120-407C-11BC-E3D0431C449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1DD0BB0-9321-5EE2-7361-6930AA77ED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3A23A5C-A40B-D2A2-BC97-CCDAD04682D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94781859"/>
              </p:ext>
            </p:extLst>
          </p:nvPr>
        </p:nvGraphicFramePr>
        <p:xfrm>
          <a:off x="4789060" y="410966"/>
          <a:ext cx="68326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E813F31A-21CF-E8A2-F5CB-B7C565F5C46A}"/>
              </a:ext>
            </a:extLst>
          </p:cNvPr>
          <p:cNvGrpSpPr/>
          <p:nvPr/>
        </p:nvGrpSpPr>
        <p:grpSpPr>
          <a:xfrm>
            <a:off x="5656982" y="713312"/>
            <a:ext cx="5108000" cy="5000683"/>
            <a:chOff x="3647728" y="1188720"/>
            <a:chExt cx="4927154" cy="4823637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B4EE473-1AC6-8AE4-87FB-7FA14D35BE90}"/>
                </a:ext>
              </a:extLst>
            </p:cNvPr>
            <p:cNvSpPr/>
            <p:nvPr/>
          </p:nvSpPr>
          <p:spPr>
            <a:xfrm>
              <a:off x="3860800" y="1188720"/>
              <a:ext cx="4673600" cy="4673600"/>
            </a:xfrm>
            <a:prstGeom prst="arc">
              <a:avLst/>
            </a:prstGeom>
            <a:ln w="15875"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8F5F116D-70E1-CF12-8F53-E498843C7857}"/>
                </a:ext>
              </a:extLst>
            </p:cNvPr>
            <p:cNvSpPr/>
            <p:nvPr/>
          </p:nvSpPr>
          <p:spPr>
            <a:xfrm rot="10800000">
              <a:off x="3677661" y="1338757"/>
              <a:ext cx="4673600" cy="4673600"/>
            </a:xfrm>
            <a:prstGeom prst="arc">
              <a:avLst/>
            </a:prstGeom>
            <a:ln w="15875"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F1221D9-3619-71E8-4050-88F296D1C025}"/>
                </a:ext>
              </a:extLst>
            </p:cNvPr>
            <p:cNvGrpSpPr/>
            <p:nvPr/>
          </p:nvGrpSpPr>
          <p:grpSpPr>
            <a:xfrm>
              <a:off x="7794992" y="4201656"/>
              <a:ext cx="779890" cy="779890"/>
              <a:chOff x="4491842" y="2335311"/>
              <a:chExt cx="779890" cy="77989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1072923-2EC1-3DED-20DA-EEA30E5049FE}"/>
                  </a:ext>
                </a:extLst>
              </p:cNvPr>
              <p:cNvSpPr/>
              <p:nvPr/>
            </p:nvSpPr>
            <p:spPr>
              <a:xfrm>
                <a:off x="4491842" y="2335311"/>
                <a:ext cx="779890" cy="779890"/>
              </a:xfrm>
              <a:prstGeom prst="ellipse">
                <a:avLst/>
              </a:prstGeom>
              <a:solidFill>
                <a:schemeClr val="bg2"/>
              </a:solidFill>
              <a:ln w="38100">
                <a:solidFill>
                  <a:srgbClr val="F2F6F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endParaRPr>
              </a:p>
            </p:txBody>
          </p: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097198F-DD07-4042-52B2-9007A77FE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0838" y="2437983"/>
                <a:ext cx="460414" cy="522843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11370BC-949D-0B3B-4E06-1076F4A72721}"/>
                </a:ext>
              </a:extLst>
            </p:cNvPr>
            <p:cNvGrpSpPr/>
            <p:nvPr/>
          </p:nvGrpSpPr>
          <p:grpSpPr>
            <a:xfrm>
              <a:off x="3647728" y="4201656"/>
              <a:ext cx="779890" cy="779890"/>
              <a:chOff x="4491842" y="2335311"/>
              <a:chExt cx="779890" cy="77989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922AEC5-B76F-96BA-6A1F-F7B604318D57}"/>
                  </a:ext>
                </a:extLst>
              </p:cNvPr>
              <p:cNvSpPr/>
              <p:nvPr/>
            </p:nvSpPr>
            <p:spPr>
              <a:xfrm>
                <a:off x="4491842" y="2335311"/>
                <a:ext cx="779890" cy="779890"/>
              </a:xfrm>
              <a:prstGeom prst="ellipse">
                <a:avLst/>
              </a:prstGeom>
              <a:solidFill>
                <a:schemeClr val="bg2"/>
              </a:solidFill>
              <a:ln w="38100">
                <a:solidFill>
                  <a:srgbClr val="F2F6F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endParaRP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21C2131-0662-EA1F-F27A-918E9981D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0838" y="2437983"/>
                <a:ext cx="460414" cy="522843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BA673F8-1A4C-40EA-9155-7777B6F6ECC9}"/>
                </a:ext>
              </a:extLst>
            </p:cNvPr>
            <p:cNvGrpSpPr/>
            <p:nvPr/>
          </p:nvGrpSpPr>
          <p:grpSpPr>
            <a:xfrm>
              <a:off x="7794992" y="2204864"/>
              <a:ext cx="779890" cy="779890"/>
              <a:chOff x="4491842" y="2335311"/>
              <a:chExt cx="779890" cy="77989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47DA20B-5A96-EEE8-AF9E-2C7D7A1864EC}"/>
                  </a:ext>
                </a:extLst>
              </p:cNvPr>
              <p:cNvSpPr/>
              <p:nvPr/>
            </p:nvSpPr>
            <p:spPr>
              <a:xfrm>
                <a:off x="4491842" y="2335311"/>
                <a:ext cx="779890" cy="779890"/>
              </a:xfrm>
              <a:prstGeom prst="ellipse">
                <a:avLst/>
              </a:prstGeom>
              <a:solidFill>
                <a:schemeClr val="bg2"/>
              </a:solidFill>
              <a:ln w="38100">
                <a:solidFill>
                  <a:srgbClr val="F2F6F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endParaRP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9BAB35A-EE03-F4BB-ECE0-5AEEE2206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0838" y="2437983"/>
                <a:ext cx="460414" cy="522843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1175FCC-1690-8FB4-70AD-94D2566CDB1F}"/>
                </a:ext>
              </a:extLst>
            </p:cNvPr>
            <p:cNvGrpSpPr/>
            <p:nvPr/>
          </p:nvGrpSpPr>
          <p:grpSpPr>
            <a:xfrm>
              <a:off x="3647728" y="2204864"/>
              <a:ext cx="779890" cy="779890"/>
              <a:chOff x="4491842" y="2335311"/>
              <a:chExt cx="779890" cy="77989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D998BFA-41B5-6051-3199-8A68A0D3F4DC}"/>
                  </a:ext>
                </a:extLst>
              </p:cNvPr>
              <p:cNvSpPr/>
              <p:nvPr/>
            </p:nvSpPr>
            <p:spPr>
              <a:xfrm>
                <a:off x="4491842" y="2335311"/>
                <a:ext cx="779890" cy="779890"/>
              </a:xfrm>
              <a:prstGeom prst="ellipse">
                <a:avLst/>
              </a:prstGeom>
              <a:solidFill>
                <a:schemeClr val="bg2"/>
              </a:solidFill>
              <a:ln w="38100">
                <a:solidFill>
                  <a:srgbClr val="F2F6F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Poppins Light" panose="00000400000000000000" pitchFamily="2" charset="0"/>
                  <a:ea typeface="Tahoma" panose="020B0604030504040204" pitchFamily="34" charset="0"/>
                  <a:cs typeface="Poppins Light" panose="00000400000000000000" pitchFamily="2" charset="0"/>
                </a:endParaRP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0AC7A1C-9207-1EDF-8653-AD11F0005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0838" y="2437983"/>
                <a:ext cx="460414" cy="522843"/>
              </a:xfrm>
              <a:prstGeom prst="rect">
                <a:avLst/>
              </a:prstGeom>
            </p:spPr>
          </p:pic>
        </p:grp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7D9BC837-9001-BA21-5C83-9A618A52C3D6}"/>
              </a:ext>
            </a:extLst>
          </p:cNvPr>
          <p:cNvSpPr/>
          <p:nvPr/>
        </p:nvSpPr>
        <p:spPr>
          <a:xfrm>
            <a:off x="7414576" y="2403375"/>
            <a:ext cx="1546544" cy="154654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770A35B-2353-E8BB-AFB5-4D19E29CC8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3870" y="2771776"/>
            <a:ext cx="702980" cy="79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386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3CD70-F2CA-018F-EB76-62D7898531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C44C06-31B7-733E-621C-810848EF20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910B444-B1E8-BF67-3CD3-DB926A6E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FA04E015-6A45-F960-AD0F-340D15A2E9DB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542725377"/>
              </p:ext>
            </p:extLst>
          </p:nvPr>
        </p:nvGraphicFramePr>
        <p:xfrm>
          <a:off x="5486400" y="411163"/>
          <a:ext cx="6256338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Arc 14">
            <a:extLst>
              <a:ext uri="{FF2B5EF4-FFF2-40B4-BE49-F238E27FC236}">
                <a16:creationId xmlns:a16="http://schemas.microsoft.com/office/drawing/2014/main" id="{806ACECF-9A49-A750-BE07-4BC2A684C976}"/>
              </a:ext>
            </a:extLst>
          </p:cNvPr>
          <p:cNvSpPr/>
          <p:nvPr/>
        </p:nvSpPr>
        <p:spPr>
          <a:xfrm>
            <a:off x="6325725" y="846470"/>
            <a:ext cx="4673600" cy="4673600"/>
          </a:xfrm>
          <a:prstGeom prst="arc">
            <a:avLst/>
          </a:prstGeom>
          <a:ln w="15875">
            <a:solidFill>
              <a:schemeClr val="bg2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78171BAB-EFC7-9C6B-4F6F-A7BF11E6A645}"/>
              </a:ext>
            </a:extLst>
          </p:cNvPr>
          <p:cNvSpPr/>
          <p:nvPr/>
        </p:nvSpPr>
        <p:spPr>
          <a:xfrm rot="10800000">
            <a:off x="6274053" y="1064599"/>
            <a:ext cx="4472412" cy="4472412"/>
          </a:xfrm>
          <a:prstGeom prst="arc">
            <a:avLst/>
          </a:prstGeom>
          <a:ln w="15875">
            <a:solidFill>
              <a:schemeClr val="bg2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44E609-4071-B183-4E7F-7B827038EA27}"/>
              </a:ext>
            </a:extLst>
          </p:cNvPr>
          <p:cNvSpPr/>
          <p:nvPr/>
        </p:nvSpPr>
        <p:spPr>
          <a:xfrm>
            <a:off x="7875687" y="2461518"/>
            <a:ext cx="1477764" cy="14777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A0533F-DC29-64D3-C399-0891115609C4}"/>
              </a:ext>
            </a:extLst>
          </p:cNvPr>
          <p:cNvGrpSpPr/>
          <p:nvPr/>
        </p:nvGrpSpPr>
        <p:grpSpPr>
          <a:xfrm>
            <a:off x="10232761" y="3949943"/>
            <a:ext cx="779890" cy="779890"/>
            <a:chOff x="4491842" y="2335311"/>
            <a:chExt cx="779890" cy="77989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C8C55DB-1F0B-06F5-33FA-A55F933EC101}"/>
                </a:ext>
              </a:extLst>
            </p:cNvPr>
            <p:cNvSpPr/>
            <p:nvPr/>
          </p:nvSpPr>
          <p:spPr>
            <a:xfrm>
              <a:off x="4491842" y="2335311"/>
              <a:ext cx="779890" cy="779890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Poppins Light" panose="00000400000000000000" pitchFamily="2" charset="0"/>
                <a:ea typeface="Tahoma" panose="020B0604030504040204" pitchFamily="34" charset="0"/>
                <a:cs typeface="Poppins Light" panose="00000400000000000000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A15BFEC-81EE-A4E8-5E24-EC162085B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50838" y="2437983"/>
              <a:ext cx="460414" cy="522843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E95332-38A4-8EF3-09F3-1099E6F484BC}"/>
              </a:ext>
            </a:extLst>
          </p:cNvPr>
          <p:cNvGrpSpPr/>
          <p:nvPr/>
        </p:nvGrpSpPr>
        <p:grpSpPr>
          <a:xfrm>
            <a:off x="6194135" y="3949943"/>
            <a:ext cx="779890" cy="779890"/>
            <a:chOff x="4491842" y="2335311"/>
            <a:chExt cx="779890" cy="77989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C6FBE94-E904-E20D-54A2-4F1CB0784CDC}"/>
                </a:ext>
              </a:extLst>
            </p:cNvPr>
            <p:cNvSpPr/>
            <p:nvPr/>
          </p:nvSpPr>
          <p:spPr>
            <a:xfrm>
              <a:off x="4491842" y="2335311"/>
              <a:ext cx="779890" cy="779890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Poppins Light" panose="00000400000000000000" pitchFamily="2" charset="0"/>
                <a:ea typeface="Tahoma" panose="020B0604030504040204" pitchFamily="34" charset="0"/>
                <a:cs typeface="Poppins Light" panose="00000400000000000000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1CA6673-E883-9D3E-F4D9-7D89807D0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50838" y="2437983"/>
              <a:ext cx="460414" cy="522843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881956-A736-4FD7-C5CD-05A7121FF5F3}"/>
              </a:ext>
            </a:extLst>
          </p:cNvPr>
          <p:cNvGrpSpPr/>
          <p:nvPr/>
        </p:nvGrpSpPr>
        <p:grpSpPr>
          <a:xfrm>
            <a:off x="10232761" y="1953151"/>
            <a:ext cx="779890" cy="779890"/>
            <a:chOff x="4491842" y="2335311"/>
            <a:chExt cx="779890" cy="77989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164DB95-B6E5-CFDC-A086-9C53F648A1B3}"/>
                </a:ext>
              </a:extLst>
            </p:cNvPr>
            <p:cNvSpPr/>
            <p:nvPr/>
          </p:nvSpPr>
          <p:spPr>
            <a:xfrm>
              <a:off x="4491842" y="2335311"/>
              <a:ext cx="779890" cy="779890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Poppins Light" panose="00000400000000000000" pitchFamily="2" charset="0"/>
                <a:ea typeface="Tahoma" panose="020B0604030504040204" pitchFamily="34" charset="0"/>
                <a:cs typeface="Poppins Light" panose="00000400000000000000" pitchFamily="2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B9A94B3-6F5D-72A6-E36F-6818C4577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50838" y="2437983"/>
              <a:ext cx="460414" cy="522843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8D37A6-8348-9F9C-BB3E-5A5D0DFC5B94}"/>
              </a:ext>
            </a:extLst>
          </p:cNvPr>
          <p:cNvGrpSpPr/>
          <p:nvPr/>
        </p:nvGrpSpPr>
        <p:grpSpPr>
          <a:xfrm>
            <a:off x="6194135" y="1953151"/>
            <a:ext cx="779890" cy="779890"/>
            <a:chOff x="4491842" y="2335311"/>
            <a:chExt cx="779890" cy="77989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B22C04-2FC8-EBD3-88DB-A23F47E58125}"/>
                </a:ext>
              </a:extLst>
            </p:cNvPr>
            <p:cNvSpPr/>
            <p:nvPr/>
          </p:nvSpPr>
          <p:spPr>
            <a:xfrm>
              <a:off x="4491842" y="2335311"/>
              <a:ext cx="779890" cy="779890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Poppins Light" panose="00000400000000000000" pitchFamily="2" charset="0"/>
                <a:ea typeface="Tahoma" panose="020B0604030504040204" pitchFamily="34" charset="0"/>
                <a:cs typeface="Poppins Light" panose="00000400000000000000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1C1CCBB-DBCB-E625-D1C8-1FD0DF3D5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50838" y="2437983"/>
              <a:ext cx="460414" cy="522843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DAA889C-4CB9-AC4B-8C31-AFF7187E74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7553" y="2724773"/>
            <a:ext cx="835151" cy="94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200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$[ ]M"/>
  <p:tag name="LEFT" val="114.6413"/>
  <p:tag name="TOP" val="203.57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Q4 2018E Run-Rate Revenue"/>
  <p:tag name="LEFT" val="114.6413"/>
  <p:tag name="TOP" val="240.17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$[ ]M"/>
  <p:tag name="LEFT" val="114.6413"/>
  <p:tag name="TOP" val="203.57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Q4 2018E Run-Rate Revenue"/>
  <p:tag name="LEFT" val="114.6413"/>
  <p:tag name="TOP" val="240.17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$[ ]M"/>
  <p:tag name="LEFT" val="114.6413"/>
  <p:tag name="TOP" val="203.573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Q4 2018E Run-Rate Revenue"/>
  <p:tag name="LEFT" val="114.6413"/>
  <p:tag name="TOP" val="240.17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$[ ]M"/>
  <p:tag name="LEFT" val="114.6413"/>
  <p:tag name="TOP" val="203.573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Q4 2018E Run-Rate Revenue"/>
  <p:tag name="LEFT" val="114.6413"/>
  <p:tag name="TOP" val="240.171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$[ ]M"/>
  <p:tag name="LEFT" val="114.6413"/>
  <p:tag name="TOP" val="317.777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$[ ]M"/>
  <p:tag name="LEFT" val="114.6413"/>
  <p:tag name="TOP" val="317.777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QKNOWNTEXT" val="$[ ]M"/>
  <p:tag name="LEFT" val="114.6413"/>
  <p:tag name="TOP" val="317.7776"/>
</p:tagLst>
</file>

<file path=ppt/theme/theme1.xml><?xml version="1.0" encoding="utf-8"?>
<a:theme xmlns:a="http://schemas.openxmlformats.org/drawingml/2006/main" name="Brand Refresh 2026">
  <a:themeElements>
    <a:clrScheme name="Brand Refresh 2026">
      <a:dk1>
        <a:srgbClr val="0B2C47"/>
      </a:dk1>
      <a:lt1>
        <a:srgbClr val="FFFFFF"/>
      </a:lt1>
      <a:dk2>
        <a:srgbClr val="0B2C47"/>
      </a:dk2>
      <a:lt2>
        <a:srgbClr val="FFFFFF"/>
      </a:lt2>
      <a:accent1>
        <a:srgbClr val="1A81F4"/>
      </a:accent1>
      <a:accent2>
        <a:srgbClr val="0B2C47"/>
      </a:accent2>
      <a:accent3>
        <a:srgbClr val="23C5BF"/>
      </a:accent3>
      <a:accent4>
        <a:srgbClr val="B4D8FF"/>
      </a:accent4>
      <a:accent5>
        <a:srgbClr val="7340E4"/>
      </a:accent5>
      <a:accent6>
        <a:srgbClr val="FA7E2E"/>
      </a:accent6>
      <a:hlink>
        <a:srgbClr val="1A81F4"/>
      </a:hlink>
      <a:folHlink>
        <a:srgbClr val="1A81F4"/>
      </a:folHlink>
    </a:clrScheme>
    <a:fontScheme name="Brand Refresh 2026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230400" indent="-230400" algn="l">
          <a:spcAft>
            <a:spcPts val="1200"/>
          </a:spcAft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rand Refresh 2026" id="{EB3F8A87-6FDF-45B1-8724-56A134D23D85}" vid="{65F4A9CF-16E1-4031-8380-E0EFFA2E86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6640808-F255-42DD-89E1-3568A8447F38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38287a02-b1e7-4fb5-bb06-7a7a6fd8f6ab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ccb03883-9a7f-470a-82f8-f6c5acf6c26d" xsi:nil="true"/>
    <lcf76f155ced4ddcb4097134ff3c332f xmlns="db238171-b654-4bbc-8a59-41b911c1e12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22B9EC8035914E825640CD41C54E23" ma:contentTypeVersion="49" ma:contentTypeDescription="Create a new document." ma:contentTypeScope="" ma:versionID="3fba821c016bc8d84cc9227457ea8993">
  <xsd:schema xmlns:xsd="http://www.w3.org/2001/XMLSchema" xmlns:xs="http://www.w3.org/2001/XMLSchema" xmlns:p="http://schemas.microsoft.com/office/2006/metadata/properties" xmlns:ns1="http://schemas.microsoft.com/sharepoint/v3" xmlns:ns2="ccb03883-9a7f-470a-82f8-f6c5acf6c26d" xmlns:ns3="db238171-b654-4bbc-8a59-41b911c1e122" targetNamespace="http://schemas.microsoft.com/office/2006/metadata/properties" ma:root="true" ma:fieldsID="6232987ad89fef4ec7f2bf1cdbeaa4d5" ns1:_="" ns2:_="" ns3:_="">
    <xsd:import namespace="http://schemas.microsoft.com/sharepoint/v3"/>
    <xsd:import namespace="ccb03883-9a7f-470a-82f8-f6c5acf6c26d"/>
    <xsd:import namespace="db238171-b654-4bbc-8a59-41b911c1e12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b03883-9a7f-470a-82f8-f6c5acf6c2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ba0e6dc8-6b1e-4ca9-8faf-7a4d71f100c7}" ma:internalName="TaxCatchAll" ma:readOnly="false" ma:showField="CatchAllData" ma:web="ccb03883-9a7f-470a-82f8-f6c5acf6c2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238171-b654-4bbc-8a59-41b911c1e1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179e60e7-decf-4d25-bff8-0bc6c7a79d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0924A4-0FC9-4765-96F9-3644E5738247}">
  <ds:schemaRefs>
    <ds:schemaRef ds:uri="ccb03883-9a7f-470a-82f8-f6c5acf6c26d"/>
    <ds:schemaRef ds:uri="db238171-b654-4bbc-8a59-41b911c1e12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2E1AA1-7FFC-44B6-A280-A74698AD29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52D0ED-9840-492B-A107-4577A0F0D7BD}">
  <ds:schemaRefs>
    <ds:schemaRef ds:uri="ccb03883-9a7f-470a-82f8-f6c5acf6c26d"/>
    <ds:schemaRef ds:uri="db238171-b654-4bbc-8a59-41b911c1e1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b861155-b491-469a-b0fd-20b8a7257641}" enabled="0" method="" siteId="{db861155-b491-469a-b0fd-20b8a725764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Brand Refresh 2026</Template>
  <Application>Microsoft Office PowerPoint</Application>
  <PresentationFormat>Widescreen</PresentationFormat>
  <Slides>65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Brand Refresh 2026</vt:lpstr>
      <vt:lpstr>Powerpoint Template</vt:lpstr>
      <vt:lpstr>PowerPoint Presentation</vt:lpstr>
      <vt:lpstr>PowerPoint Presentation</vt:lpstr>
      <vt:lpstr>Front Covers</vt:lpstr>
      <vt:lpstr>PowerPoint template  title slide</vt:lpstr>
      <vt:lpstr>PowerPoint template  title slide</vt:lpstr>
      <vt:lpstr>PowerPoint template title slide</vt:lpstr>
      <vt:lpstr>PowerPoint template title slide</vt:lpstr>
      <vt:lpstr>PowerPoint template title slide</vt:lpstr>
      <vt:lpstr>PowerPoint template title slide</vt:lpstr>
      <vt:lpstr>PowerPoint Presentation</vt:lpstr>
      <vt:lpstr>PowerPoint Presentation</vt:lpstr>
      <vt:lpstr>Agenda slides</vt:lpstr>
      <vt:lpstr>What we’ll cover</vt:lpstr>
      <vt:lpstr>What we’ll cover</vt:lpstr>
      <vt:lpstr>PowerPoint Presentation</vt:lpstr>
      <vt:lpstr>PowerPoint Presentation</vt:lpstr>
      <vt:lpstr>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Lorem ipsum dolor sit amet</vt:lpstr>
      <vt:lpstr>PowerPoint Presentation</vt:lpstr>
      <vt:lpstr>PowerPoint Presentation</vt:lpstr>
      <vt:lpstr>Quote</vt:lpstr>
      <vt:lpstr>PowerPoint Presentation</vt:lpstr>
      <vt:lpstr>PowerPoint Presentation</vt:lpstr>
      <vt:lpstr>PowerPoint Presentation</vt:lpstr>
      <vt:lpstr>Timeline</vt:lpstr>
      <vt:lpstr>PowerPoint Presentation</vt:lpstr>
      <vt:lpstr>PowerPoint Presentation</vt:lpstr>
      <vt:lpstr>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White</dc:creator>
  <cp:revision>1</cp:revision>
  <dcterms:created xsi:type="dcterms:W3CDTF">2024-11-26T11:29:34Z</dcterms:created>
  <dcterms:modified xsi:type="dcterms:W3CDTF">2026-09-06T23:56:38Z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0x010100EB22B9EC8035914E825640CD41C54E23</vt:lpwstr>
  </property>
  <property fmtid="{D5CDD505-2E9C-101B-9397-08002B2CF9AE}" pid="3" name="MediaServiceImageTags">
    <vt:lpwstr/>
  </property>
</Properties>
</file>